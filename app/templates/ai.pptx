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3" r:id="rId3"/>
  </p:sldMasterIdLst>
  <p:notesMasterIdLst>
    <p:notesMasterId r:id="rId5"/>
  </p:notesMasterIdLst>
  <p:handoutMasterIdLst>
    <p:handoutMasterId r:id="rId10"/>
  </p:handoutMasterIdLst>
  <p:sldIdLst>
    <p:sldId id="956" r:id="rId4"/>
    <p:sldId id="452" r:id="rId6"/>
    <p:sldId id="976" r:id="rId7"/>
    <p:sldId id="904" r:id="rId8"/>
    <p:sldId id="981" r:id="rId9"/>
  </p:sldIdLst>
  <p:sldSz cx="12192000" cy="6858000"/>
  <p:notesSz cx="6858000" cy="9144000"/>
  <p:custDataLst>
    <p:tags r:id="rId1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1" userDrawn="1">
          <p15:clr>
            <a:srgbClr val="A4A3A4"/>
          </p15:clr>
        </p15:guide>
        <p15:guide id="2" pos="380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157" autoAdjust="0"/>
    <p:restoredTop sz="94660"/>
  </p:normalViewPr>
  <p:slideViewPr>
    <p:cSldViewPr snapToGrid="0" showGuides="1">
      <p:cViewPr>
        <p:scale>
          <a:sx n="100" d="100"/>
          <a:sy n="100" d="100"/>
        </p:scale>
        <p:origin x="-924" y="-384"/>
      </p:cViewPr>
      <p:guideLst>
        <p:guide orient="horz" pos="2201"/>
        <p:guide pos="3805"/>
      </p:guideLst>
    </p:cSldViewPr>
  </p:slideViewPr>
  <p:notesTextViewPr>
    <p:cViewPr>
      <p:scale>
        <a:sx n="1" d="1"/>
        <a:sy n="1" d="1"/>
      </p:scale>
      <p:origin x="0" y="0"/>
    </p:cViewPr>
  </p:notesTextViewPr>
  <p:sorterViewPr>
    <p:cViewPr>
      <p:scale>
        <a:sx n="100" d="100"/>
        <a:sy n="100" d="100"/>
      </p:scale>
      <p:origin x="0" y="0"/>
    </p:cViewPr>
  </p:sorter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4" Type="http://schemas.openxmlformats.org/officeDocument/2006/relationships/tags" Target="tags/tag266.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handoutMaster" Target="handoutMasters/handoutMaster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思源宋体 CN Heavy" pitchFamily="18" charset="-122"/>
              <a:ea typeface="思源宋体 CN Heavy" pitchFamily="18" charset="-122"/>
              <a:cs typeface="思源宋体 CN Medium" panose="02020500000000000000" pitchFamily="18"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思源宋体 CN Heavy" pitchFamily="18" charset="-122"/>
                <a:ea typeface="思源宋体 CN Heavy" pitchFamily="18" charset="-122"/>
                <a:cs typeface="思源宋体 CN Medium" panose="02020500000000000000" pitchFamily="18" charset="-122"/>
              </a:rPr>
            </a:fld>
            <a:endParaRPr lang="zh-CN" altLang="en-US" dirty="0">
              <a:latin typeface="思源宋体 CN Heavy" pitchFamily="18" charset="-122"/>
              <a:ea typeface="思源宋体 CN Heavy" pitchFamily="18" charset="-122"/>
              <a:cs typeface="思源宋体 CN Medium" panose="02020500000000000000" pitchFamily="18"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latin typeface="思源宋体 CN Heavy" pitchFamily="18" charset="-122"/>
              <a:ea typeface="思源宋体 CN Heavy" pitchFamily="18" charset="-122"/>
              <a:cs typeface="思源宋体 CN Medium" panose="02020500000000000000" pitchFamily="18"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思源宋体 CN Heavy" pitchFamily="18" charset="-122"/>
                <a:ea typeface="思源宋体 CN Heavy" pitchFamily="18" charset="-122"/>
                <a:cs typeface="思源宋体 CN Medium" panose="02020500000000000000" pitchFamily="18" charset="-122"/>
              </a:rPr>
            </a:fld>
            <a:endParaRPr lang="zh-CN" altLang="en-US" dirty="0">
              <a:latin typeface="思源宋体 CN Heavy" pitchFamily="18" charset="-122"/>
              <a:ea typeface="思源宋体 CN Heavy" pitchFamily="18" charset="-122"/>
              <a:cs typeface="思源宋体 CN Medium" panose="02020500000000000000" pitchFamily="18"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宋体 CN Heavy" pitchFamily="18" charset="-122"/>
                <a:ea typeface="思源宋体 CN Heavy" pitchFamily="18" charset="-122"/>
                <a:cs typeface="思源宋体 CN Heavy" pitchFamily="18"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宋体 CN Heavy" pitchFamily="18" charset="-122"/>
                <a:ea typeface="思源宋体 CN Heavy" pitchFamily="18" charset="-122"/>
                <a:cs typeface="思源宋体 CN Heavy" pitchFamily="18" charset="-122"/>
              </a:defRPr>
            </a:lvl1pPr>
          </a:lstStyle>
          <a:p>
            <a:fld id="{D9D3F652-5339-4D86-B650-7BE3D6BED1CF}"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宋体 CN Heavy" pitchFamily="18" charset="-122"/>
                <a:ea typeface="思源宋体 CN Heavy" pitchFamily="18" charset="-122"/>
                <a:cs typeface="思源宋体 CN Heavy" pitchFamily="18"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宋体 CN Heavy" pitchFamily="18" charset="-122"/>
                <a:ea typeface="思源宋体 CN Heavy" pitchFamily="18" charset="-122"/>
                <a:cs typeface="思源宋体 CN Heavy" pitchFamily="18" charset="-122"/>
              </a:defRPr>
            </a:lvl1pPr>
          </a:lstStyle>
          <a:p>
            <a:fld id="{8D336451-B94C-4E43-AD4F-3DAB3991970F}" type="slidenum">
              <a:rPr lang="zh-CN" altLang="en-US" smtClean="0"/>
            </a:fld>
            <a:endParaRPr lang="zh-CN" altLang="en-US" dirty="0"/>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思源宋体 CN Heavy" pitchFamily="18" charset="-122"/>
        <a:ea typeface="思源宋体 CN Heavy" pitchFamily="18" charset="-122"/>
        <a:cs typeface="思源宋体 CN Heavy" pitchFamily="18" charset="-122"/>
      </a:defRPr>
    </a:lvl1pPr>
    <a:lvl2pPr marL="457200" algn="l" defTabSz="914400" rtl="0" eaLnBrk="1" latinLnBrk="0" hangingPunct="1">
      <a:defRPr sz="1200" kern="1200">
        <a:solidFill>
          <a:schemeClr val="tx1"/>
        </a:solidFill>
        <a:latin typeface="思源宋体 CN Heavy" pitchFamily="18" charset="-122"/>
        <a:ea typeface="思源宋体 CN Heavy" pitchFamily="18" charset="-122"/>
        <a:cs typeface="思源宋体 CN Heavy" pitchFamily="18" charset="-122"/>
      </a:defRPr>
    </a:lvl2pPr>
    <a:lvl3pPr marL="914400" algn="l" defTabSz="914400" rtl="0" eaLnBrk="1" latinLnBrk="0" hangingPunct="1">
      <a:defRPr sz="1200" kern="1200">
        <a:solidFill>
          <a:schemeClr val="tx1"/>
        </a:solidFill>
        <a:latin typeface="思源宋体 CN Heavy" pitchFamily="18" charset="-122"/>
        <a:ea typeface="思源宋体 CN Heavy" pitchFamily="18" charset="-122"/>
        <a:cs typeface="思源宋体 CN Heavy" pitchFamily="18" charset="-122"/>
      </a:defRPr>
    </a:lvl3pPr>
    <a:lvl4pPr marL="1371600" algn="l" defTabSz="914400" rtl="0" eaLnBrk="1" latinLnBrk="0" hangingPunct="1">
      <a:defRPr sz="1200" kern="1200">
        <a:solidFill>
          <a:schemeClr val="tx1"/>
        </a:solidFill>
        <a:latin typeface="思源宋体 CN Heavy" pitchFamily="18" charset="-122"/>
        <a:ea typeface="思源宋体 CN Heavy" pitchFamily="18" charset="-122"/>
        <a:cs typeface="思源宋体 CN Heavy" pitchFamily="18" charset="-122"/>
      </a:defRPr>
    </a:lvl4pPr>
    <a:lvl5pPr marL="1828800" algn="l" defTabSz="914400" rtl="0" eaLnBrk="1" latinLnBrk="0" hangingPunct="1">
      <a:defRPr sz="1200" kern="1200">
        <a:solidFill>
          <a:schemeClr val="tx1"/>
        </a:solidFill>
        <a:latin typeface="思源宋体 CN Heavy" pitchFamily="18" charset="-122"/>
        <a:ea typeface="思源宋体 CN Heavy" pitchFamily="18" charset="-122"/>
        <a:cs typeface="思源宋体 CN Heavy" pitchFamily="18"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transition spd="slow" advTm="5000">
    <p:wedge/>
  </p:transition>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atin typeface="思源宋体 CN Heavy" pitchFamily="18" charset="-122"/>
                <a:ea typeface="思源宋体 CN Heavy" pitchFamily="18" charset="-122"/>
              </a:defRPr>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atin typeface="思源宋体 CN Heavy" pitchFamily="18" charset="-122"/>
                <a:ea typeface="思源宋体 CN Heavy" pitchFamily="18"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lvl1pPr>
              <a:defRPr>
                <a:latin typeface="思源宋体 CN Heavy" pitchFamily="18" charset="-122"/>
                <a:ea typeface="思源宋体 CN Heavy" pitchFamily="18" charset="-122"/>
              </a:defRPr>
            </a:lvl1p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lvl1pPr>
              <a:defRPr>
                <a:latin typeface="思源宋体 CN Heavy" pitchFamily="18" charset="-122"/>
                <a:ea typeface="思源宋体 CN Heavy" pitchFamily="18" charset="-122"/>
              </a:defRPr>
            </a:lvl1pPr>
          </a:lstStyle>
          <a:p>
            <a:endParaRPr lang="zh-CN" altLang="en-US"/>
          </a:p>
        </p:txBody>
      </p:sp>
      <p:sp>
        <p:nvSpPr>
          <p:cNvPr id="18" name="灯片编号占位符 17"/>
          <p:cNvSpPr>
            <a:spLocks noGrp="1"/>
          </p:cNvSpPr>
          <p:nvPr>
            <p:ph type="sldNum" sz="quarter" idx="12"/>
            <p:custDataLst>
              <p:tags r:id="rId6"/>
            </p:custDataLst>
          </p:nvPr>
        </p:nvSpPr>
        <p:spPr/>
        <p:txBody>
          <a:bodyPr/>
          <a:lstStyle>
            <a:lvl1pPr>
              <a:defRPr>
                <a:latin typeface="思源宋体 CN Heavy" pitchFamily="18" charset="-122"/>
                <a:ea typeface="思源宋体 CN Heavy" pitchFamily="18" charset="-122"/>
              </a:defRPr>
            </a:lvl1pPr>
          </a:lstStyle>
          <a:p>
            <a:fld id="{49AE70B2-8BF9-45C0-BB95-33D1B9D3A854}" type="slidenum">
              <a:rPr lang="zh-CN" altLang="en-US" smtClean="0"/>
            </a:fld>
            <a:endParaRPr lang="zh-CN" altLang="en-US"/>
          </a:p>
        </p:txBody>
      </p:sp>
    </p:spTree>
  </p:cSld>
  <p:clrMapOvr>
    <a:masterClrMapping/>
  </p:clrMapOvr>
  <p:transition spd="slow" advTm="5000">
    <p:wedge/>
  </p:transition>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TextBox 4"/>
          <p:cNvSpPr txBox="1"/>
          <p:nvPr/>
        </p:nvSpPr>
        <p:spPr>
          <a:xfrm>
            <a:off x="2965031" y="3367444"/>
            <a:ext cx="45365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rPr>
              <a:t>行业</a:t>
            </a:r>
            <a:r>
              <a:rPr lang="en-US" altLang="zh-CN" sz="100">
                <a:solidFill>
                  <a:schemeClr val="tx1">
                    <a:alpha val="0"/>
                  </a:schemeClr>
                </a:solidFill>
                <a:latin typeface="微软雅黑" panose="020B0503020204020204" pitchFamily="34" charset="-122"/>
                <a:ea typeface="微软雅黑" panose="020B0503020204020204" pitchFamily="34" charset="-122"/>
              </a:rPr>
              <a:t>PPT</a:t>
            </a:r>
            <a:r>
              <a:rPr lang="zh-CN" altLang="en-US" sz="100">
                <a:solidFill>
                  <a:schemeClr val="tx1">
                    <a:alpha val="0"/>
                  </a:schemeClr>
                </a:solidFill>
                <a:latin typeface="微软雅黑" panose="020B0503020204020204" pitchFamily="34" charset="-122"/>
                <a:ea typeface="微软雅黑" panose="020B0503020204020204" pitchFamily="34" charset="-12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endParaRPr lang="en-US" altLang="zh-CN" sz="100">
              <a:solidFill>
                <a:schemeClr val="tx1">
                  <a:alpha val="0"/>
                </a:schemeClr>
              </a:solidFill>
              <a:latin typeface="微软雅黑" panose="020B0503020204020204" pitchFamily="34" charset="-122"/>
              <a:ea typeface="微软雅黑" panose="020B0503020204020204" pitchFamily="34" charset="-122"/>
            </a:endParaRPr>
          </a:p>
        </p:txBody>
      </p:sp>
      <p:sp>
        <p:nvSpPr>
          <p:cNvPr id="3" name="TextBox 8"/>
          <p:cNvSpPr txBox="1"/>
          <p:nvPr/>
        </p:nvSpPr>
        <p:spPr>
          <a:xfrm>
            <a:off x="7509627" y="2215277"/>
            <a:ext cx="54006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endParaRPr lang="en-US" altLang="zh-CN" sz="100">
              <a:solidFill>
                <a:schemeClr val="tx1">
                  <a:alpha val="0"/>
                </a:schemeClr>
              </a:solidFill>
              <a:latin typeface="微软雅黑" panose="020B0503020204020204" pitchFamily="34" charset="-122"/>
              <a:ea typeface="微软雅黑" panose="020B0503020204020204" pitchFamily="34" charset="-122"/>
            </a:endParaRPr>
          </a:p>
        </p:txBody>
      </p:sp>
      <p:sp>
        <p:nvSpPr>
          <p:cNvPr id="4" name="标题 1"/>
          <p:cNvSpPr>
            <a:spLocks noGrp="1"/>
          </p:cNvSpPr>
          <p:nvPr>
            <p:ph type="title"/>
          </p:nvPr>
        </p:nvSpPr>
        <p:spPr>
          <a:xfrm>
            <a:off x="839788" y="365125"/>
            <a:ext cx="10515600" cy="1325563"/>
          </a:xfrm>
        </p:spPr>
        <p:txBody>
          <a:bodyPr/>
          <a:lstStyle>
            <a:lvl1pPr>
              <a:defRPr>
                <a:latin typeface="思源宋体 CN Heavy" pitchFamily="18" charset="-122"/>
                <a:ea typeface="思源宋体 CN Heavy" pitchFamily="18" charset="-122"/>
              </a:defRPr>
            </a:lvl1pPr>
          </a:lstStyle>
          <a:p>
            <a:r>
              <a:rPr lang="zh-CN" altLang="en-US" dirty="0"/>
              <a:t>单击此处编辑母版标题样式</a:t>
            </a:r>
            <a:endParaRPr lang="zh-CN" altLang="en-US" dirty="0"/>
          </a:p>
        </p:txBody>
      </p:sp>
      <p:sp>
        <p:nvSpPr>
          <p:cNvPr id="5"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8"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9" name="页脚占位符 7"/>
          <p:cNvSpPr>
            <a:spLocks noGrp="1"/>
          </p:cNvSpPr>
          <p:nvPr>
            <p:ph type="ftr" sz="quarter" idx="11"/>
          </p:nvPr>
        </p:nvSpPr>
        <p:spPr>
          <a:xfrm>
            <a:off x="4038600" y="6356350"/>
            <a:ext cx="4114800" cy="365125"/>
          </a:xfrm>
        </p:spPr>
        <p:txBody>
          <a:bodyPr/>
          <a:lstStyle/>
          <a:p>
            <a:endParaRPr lang="zh-CN" altLang="en-US"/>
          </a:p>
        </p:txBody>
      </p:sp>
      <p:sp>
        <p:nvSpPr>
          <p:cNvPr id="10" name="灯片编号占位符 8"/>
          <p:cNvSpPr>
            <a:spLocks noGrp="1"/>
          </p:cNvSpPr>
          <p:nvPr>
            <p:ph type="sldNum" sz="quarter" idx="12"/>
          </p:nvPr>
        </p:nvSpPr>
        <p:spPr>
          <a:xfrm>
            <a:off x="8610600" y="6356350"/>
            <a:ext cx="2743200" cy="365125"/>
          </a:xfrm>
        </p:spPr>
        <p:txBody>
          <a:bodyPr/>
          <a:lstStyle/>
          <a:p>
            <a:fld id="{E9B957CC-A438-4D82-B305-22914934740F}" type="slidenum">
              <a:rPr lang="zh-CN" altLang="en-US" smtClean="0"/>
            </a:fld>
            <a:endParaRPr lang="zh-CN" altLang="en-US"/>
          </a:p>
        </p:txBody>
      </p:sp>
    </p:spTree>
  </p:cSld>
  <p:clrMapOvr>
    <a:masterClrMapping/>
  </p:clrMapOvr>
  <p:transition/>
  <p:hf sldNum="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a:defRPr>
                <a:latin typeface="思源宋体 CN Heavy" pitchFamily="18" charset="-122"/>
                <a:ea typeface="思源宋体 CN Heavy" pitchFamily="18" charset="-122"/>
              </a:defRPr>
            </a:lvl1pPr>
          </a:lstStyle>
          <a:p>
            <a:pPr lvl="0"/>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a:defRPr>
                <a:latin typeface="思源宋体 CN Heavy" pitchFamily="18" charset="-122"/>
                <a:ea typeface="思源宋体 CN Heavy" pitchFamily="18" charset="-122"/>
              </a:defRPr>
            </a:lvl1pPr>
            <a:lvl2pPr>
              <a:defRPr>
                <a:latin typeface="思源宋体 CN Heavy" pitchFamily="18" charset="-122"/>
                <a:ea typeface="思源宋体 CN Heavy" pitchFamily="18" charset="-122"/>
              </a:defRPr>
            </a:lvl2pPr>
            <a:lvl3pPr>
              <a:defRPr>
                <a:latin typeface="思源宋体 CN Heavy" pitchFamily="18" charset="-122"/>
                <a:ea typeface="思源宋体 CN Heavy" pitchFamily="18" charset="-122"/>
              </a:defRPr>
            </a:lvl3pPr>
            <a:lvl4pPr>
              <a:defRPr>
                <a:latin typeface="思源宋体 CN Heavy" pitchFamily="18" charset="-122"/>
                <a:ea typeface="思源宋体 CN Heavy" pitchFamily="18" charset="-122"/>
              </a:defRPr>
            </a:lvl4pPr>
            <a:lvl5pPr>
              <a:defRPr>
                <a:latin typeface="思源宋体 CN Heavy" pitchFamily="18" charset="-122"/>
                <a:ea typeface="思源宋体 CN Heavy" pitchFamily="18"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lvl1pPr>
              <a:defRPr>
                <a:latin typeface="思源宋体 CN Heavy" pitchFamily="18" charset="-122"/>
                <a:ea typeface="思源宋体 CN Heavy" pitchFamily="18"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lvl1pPr>
              <a:defRPr>
                <a:latin typeface="思源宋体 CN Heavy" pitchFamily="18" charset="-122"/>
                <a:ea typeface="思源宋体 CN Heavy" pitchFamily="18" charset="-122"/>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defRPr>
                <a:latin typeface="思源宋体 CN Heavy" pitchFamily="18" charset="-122"/>
                <a:ea typeface="思源宋体 CN Heavy" pitchFamily="18" charset="-122"/>
              </a:defRPr>
            </a:lvl1pPr>
          </a:lstStyle>
          <a:p>
            <a:fld id="{49AE70B2-8BF9-45C0-BB95-33D1B9D3A854}" type="slidenum">
              <a:rPr lang="zh-CN" altLang="en-US" smtClean="0"/>
            </a:fld>
            <a:endParaRPr lang="zh-CN" altLang="en-US"/>
          </a:p>
        </p:txBody>
      </p:sp>
    </p:spTree>
  </p:cSld>
  <p:clrMapOvr>
    <a:masterClrMapping/>
  </p:clrMapOvr>
  <p:transition spd="slow" advTm="5000">
    <p:wedge/>
  </p:transition>
  <p:hf sldNum="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tags" Target="../tags/tag22.xml"/><Relationship Id="rId15" Type="http://schemas.openxmlformats.org/officeDocument/2006/relationships/tags" Target="../tags/tag21.xml"/><Relationship Id="rId14" Type="http://schemas.openxmlformats.org/officeDocument/2006/relationships/tags" Target="../tags/tag20.xml"/><Relationship Id="rId13" Type="http://schemas.openxmlformats.org/officeDocument/2006/relationships/tags" Target="../tags/tag19.xml"/><Relationship Id="rId12" Type="http://schemas.openxmlformats.org/officeDocument/2006/relationships/tags" Target="../tags/tag18.xml"/><Relationship Id="rId11" Type="http://schemas.openxmlformats.org/officeDocument/2006/relationships/tags" Target="../tags/tag17.xml"/><Relationship Id="rId10" Type="http://schemas.openxmlformats.org/officeDocument/2006/relationships/tags" Target="../tags/tag16.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25" name="组合 124"/>
          <p:cNvGrpSpPr/>
          <p:nvPr userDrawn="1"/>
        </p:nvGrpSpPr>
        <p:grpSpPr>
          <a:xfrm>
            <a:off x="-568960" y="5644644"/>
            <a:ext cx="16352520" cy="1495963"/>
            <a:chOff x="-1615440" y="5365879"/>
            <a:chExt cx="16352520" cy="1495963"/>
          </a:xfrm>
        </p:grpSpPr>
        <p:grpSp>
          <p:nvGrpSpPr>
            <p:cNvPr id="126" name="组合 125"/>
            <p:cNvGrpSpPr/>
            <p:nvPr/>
          </p:nvGrpSpPr>
          <p:grpSpPr>
            <a:xfrm>
              <a:off x="-1615440" y="5516563"/>
              <a:ext cx="16200120" cy="1192879"/>
              <a:chOff x="-1615440" y="4779300"/>
              <a:chExt cx="16200120" cy="1930143"/>
            </a:xfrm>
          </p:grpSpPr>
          <p:sp>
            <p:nvSpPr>
              <p:cNvPr id="137" name="任意多边形: 形状 136"/>
              <p:cNvSpPr/>
              <p:nvPr>
                <p:custDataLst>
                  <p:tags r:id="rId5"/>
                </p:custDataLst>
              </p:nvPr>
            </p:nvSpPr>
            <p:spPr>
              <a:xfrm>
                <a:off x="-1615440" y="4779300"/>
                <a:ext cx="16047720" cy="1777744"/>
              </a:xfrm>
              <a:custGeom>
                <a:avLst/>
                <a:gdLst>
                  <a:gd name="connsiteX0" fmla="*/ 0 w 16047720"/>
                  <a:gd name="connsiteY0" fmla="*/ 1469100 h 1777744"/>
                  <a:gd name="connsiteX1" fmla="*/ 2529840 w 16047720"/>
                  <a:gd name="connsiteY1" fmla="*/ 219420 h 1777744"/>
                  <a:gd name="connsiteX2" fmla="*/ 5897880 w 16047720"/>
                  <a:gd name="connsiteY2" fmla="*/ 1149060 h 1777744"/>
                  <a:gd name="connsiteX3" fmla="*/ 9585960 w 16047720"/>
                  <a:gd name="connsiteY3" fmla="*/ 6060 h 1777744"/>
                  <a:gd name="connsiteX4" fmla="*/ 12938760 w 16047720"/>
                  <a:gd name="connsiteY4" fmla="*/ 1758660 h 1777744"/>
                  <a:gd name="connsiteX5" fmla="*/ 16047720 w 16047720"/>
                  <a:gd name="connsiteY5" fmla="*/ 783300 h 1777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047719" h="1777744">
                    <a:moveTo>
                      <a:pt x="0" y="1469100"/>
                    </a:moveTo>
                    <a:cubicBezTo>
                      <a:pt x="773430" y="870930"/>
                      <a:pt x="1546860" y="272760"/>
                      <a:pt x="2529840" y="219420"/>
                    </a:cubicBezTo>
                    <a:cubicBezTo>
                      <a:pt x="3512820" y="166080"/>
                      <a:pt x="4721860" y="1184620"/>
                      <a:pt x="5897880" y="1149060"/>
                    </a:cubicBezTo>
                    <a:cubicBezTo>
                      <a:pt x="7073900" y="1113500"/>
                      <a:pt x="8412480" y="-95540"/>
                      <a:pt x="9585960" y="6060"/>
                    </a:cubicBezTo>
                    <a:cubicBezTo>
                      <a:pt x="10759440" y="107660"/>
                      <a:pt x="11861800" y="1629120"/>
                      <a:pt x="12938760" y="1758660"/>
                    </a:cubicBezTo>
                    <a:cubicBezTo>
                      <a:pt x="14015720" y="1888200"/>
                      <a:pt x="15031720" y="1335750"/>
                      <a:pt x="16047720" y="783300"/>
                    </a:cubicBezTo>
                  </a:path>
                </a:pathLst>
              </a:custGeom>
              <a:noFill/>
              <a:ln w="6350">
                <a:gradFill>
                  <a:gsLst>
                    <a:gs pos="0">
                      <a:schemeClr val="accent2">
                        <a:alpha val="0"/>
                      </a:schemeClr>
                    </a:gs>
                    <a:gs pos="22038">
                      <a:srgbClr val="269EDF">
                        <a:alpha val="8000"/>
                      </a:srgbClr>
                    </a:gs>
                    <a:gs pos="81550">
                      <a:srgbClr val="269EDF">
                        <a:alpha val="3000"/>
                      </a:srgbClr>
                    </a:gs>
                    <a:gs pos="32125">
                      <a:srgbClr val="269EDF">
                        <a:alpha val="34000"/>
                      </a:srgbClr>
                    </a:gs>
                    <a:gs pos="62500">
                      <a:srgbClr val="269EDF">
                        <a:alpha val="12000"/>
                      </a:srgbClr>
                    </a:gs>
                    <a:gs pos="100000">
                      <a:schemeClr val="accent2">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 name="任意多边形: 形状 137"/>
              <p:cNvSpPr/>
              <p:nvPr>
                <p:custDataLst>
                  <p:tags r:id="rId6"/>
                </p:custDataLst>
              </p:nvPr>
            </p:nvSpPr>
            <p:spPr>
              <a:xfrm flipV="1">
                <a:off x="-1463040" y="6104862"/>
                <a:ext cx="16047720" cy="604581"/>
              </a:xfrm>
              <a:custGeom>
                <a:avLst/>
                <a:gdLst>
                  <a:gd name="connsiteX0" fmla="*/ 0 w 16047720"/>
                  <a:gd name="connsiteY0" fmla="*/ 1469100 h 1777744"/>
                  <a:gd name="connsiteX1" fmla="*/ 2529840 w 16047720"/>
                  <a:gd name="connsiteY1" fmla="*/ 219420 h 1777744"/>
                  <a:gd name="connsiteX2" fmla="*/ 5897880 w 16047720"/>
                  <a:gd name="connsiteY2" fmla="*/ 1149060 h 1777744"/>
                  <a:gd name="connsiteX3" fmla="*/ 9585960 w 16047720"/>
                  <a:gd name="connsiteY3" fmla="*/ 6060 h 1777744"/>
                  <a:gd name="connsiteX4" fmla="*/ 12938760 w 16047720"/>
                  <a:gd name="connsiteY4" fmla="*/ 1758660 h 1777744"/>
                  <a:gd name="connsiteX5" fmla="*/ 16047720 w 16047720"/>
                  <a:gd name="connsiteY5" fmla="*/ 783300 h 1777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047719" h="1777744">
                    <a:moveTo>
                      <a:pt x="0" y="1469100"/>
                    </a:moveTo>
                    <a:cubicBezTo>
                      <a:pt x="773430" y="870930"/>
                      <a:pt x="1546860" y="272760"/>
                      <a:pt x="2529840" y="219420"/>
                    </a:cubicBezTo>
                    <a:cubicBezTo>
                      <a:pt x="3512820" y="166080"/>
                      <a:pt x="4721860" y="1184620"/>
                      <a:pt x="5897880" y="1149060"/>
                    </a:cubicBezTo>
                    <a:cubicBezTo>
                      <a:pt x="7073900" y="1113500"/>
                      <a:pt x="8412480" y="-95540"/>
                      <a:pt x="9585960" y="6060"/>
                    </a:cubicBezTo>
                    <a:cubicBezTo>
                      <a:pt x="10759440" y="107660"/>
                      <a:pt x="11861800" y="1629120"/>
                      <a:pt x="12938760" y="1758660"/>
                    </a:cubicBezTo>
                    <a:cubicBezTo>
                      <a:pt x="14015720" y="1888200"/>
                      <a:pt x="15031720" y="1335750"/>
                      <a:pt x="16047720" y="783300"/>
                    </a:cubicBezTo>
                  </a:path>
                </a:pathLst>
              </a:custGeom>
              <a:noFill/>
              <a:ln w="6350">
                <a:gradFill>
                  <a:gsLst>
                    <a:gs pos="0">
                      <a:schemeClr val="accent2">
                        <a:alpha val="0"/>
                      </a:schemeClr>
                    </a:gs>
                    <a:gs pos="22038">
                      <a:srgbClr val="269EDF">
                        <a:alpha val="8000"/>
                      </a:srgbClr>
                    </a:gs>
                    <a:gs pos="81550">
                      <a:srgbClr val="269EDF">
                        <a:alpha val="3000"/>
                      </a:srgbClr>
                    </a:gs>
                    <a:gs pos="32125">
                      <a:srgbClr val="269EDF">
                        <a:alpha val="34000"/>
                      </a:srgbClr>
                    </a:gs>
                    <a:gs pos="62500">
                      <a:srgbClr val="269EDF">
                        <a:alpha val="12000"/>
                      </a:srgbClr>
                    </a:gs>
                    <a:gs pos="100000">
                      <a:schemeClr val="accent2">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任意多边形: 形状 138"/>
              <p:cNvSpPr/>
              <p:nvPr>
                <p:custDataLst>
                  <p:tags r:id="rId7"/>
                </p:custDataLst>
              </p:nvPr>
            </p:nvSpPr>
            <p:spPr>
              <a:xfrm flipH="1" flipV="1">
                <a:off x="-1463040" y="5365880"/>
                <a:ext cx="16047720" cy="936494"/>
              </a:xfrm>
              <a:custGeom>
                <a:avLst/>
                <a:gdLst>
                  <a:gd name="connsiteX0" fmla="*/ 0 w 16047720"/>
                  <a:gd name="connsiteY0" fmla="*/ 1469100 h 1777744"/>
                  <a:gd name="connsiteX1" fmla="*/ 2529840 w 16047720"/>
                  <a:gd name="connsiteY1" fmla="*/ 219420 h 1777744"/>
                  <a:gd name="connsiteX2" fmla="*/ 5897880 w 16047720"/>
                  <a:gd name="connsiteY2" fmla="*/ 1149060 h 1777744"/>
                  <a:gd name="connsiteX3" fmla="*/ 9585960 w 16047720"/>
                  <a:gd name="connsiteY3" fmla="*/ 6060 h 1777744"/>
                  <a:gd name="connsiteX4" fmla="*/ 12938760 w 16047720"/>
                  <a:gd name="connsiteY4" fmla="*/ 1758660 h 1777744"/>
                  <a:gd name="connsiteX5" fmla="*/ 16047720 w 16047720"/>
                  <a:gd name="connsiteY5" fmla="*/ 783300 h 1777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047719" h="1777744">
                    <a:moveTo>
                      <a:pt x="0" y="1469100"/>
                    </a:moveTo>
                    <a:cubicBezTo>
                      <a:pt x="773430" y="870930"/>
                      <a:pt x="1546860" y="272760"/>
                      <a:pt x="2529840" y="219420"/>
                    </a:cubicBezTo>
                    <a:cubicBezTo>
                      <a:pt x="3512820" y="166080"/>
                      <a:pt x="4721860" y="1184620"/>
                      <a:pt x="5897880" y="1149060"/>
                    </a:cubicBezTo>
                    <a:cubicBezTo>
                      <a:pt x="7073900" y="1113500"/>
                      <a:pt x="8412480" y="-95540"/>
                      <a:pt x="9585960" y="6060"/>
                    </a:cubicBezTo>
                    <a:cubicBezTo>
                      <a:pt x="10759440" y="107660"/>
                      <a:pt x="11861800" y="1629120"/>
                      <a:pt x="12938760" y="1758660"/>
                    </a:cubicBezTo>
                    <a:cubicBezTo>
                      <a:pt x="14015720" y="1888200"/>
                      <a:pt x="15031720" y="1335750"/>
                      <a:pt x="16047720" y="783300"/>
                    </a:cubicBezTo>
                  </a:path>
                </a:pathLst>
              </a:custGeom>
              <a:noFill/>
              <a:ln w="6350">
                <a:gradFill>
                  <a:gsLst>
                    <a:gs pos="0">
                      <a:schemeClr val="accent2">
                        <a:alpha val="0"/>
                      </a:schemeClr>
                    </a:gs>
                    <a:gs pos="22038">
                      <a:srgbClr val="269EDF">
                        <a:alpha val="8000"/>
                      </a:srgbClr>
                    </a:gs>
                    <a:gs pos="81550">
                      <a:srgbClr val="269EDF">
                        <a:alpha val="3000"/>
                      </a:srgbClr>
                    </a:gs>
                    <a:gs pos="32125">
                      <a:srgbClr val="269EDF">
                        <a:alpha val="34000"/>
                      </a:srgbClr>
                    </a:gs>
                    <a:gs pos="62500">
                      <a:srgbClr val="269EDF">
                        <a:alpha val="12000"/>
                      </a:srgbClr>
                    </a:gs>
                    <a:gs pos="100000">
                      <a:schemeClr val="accent2">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7" name="组合 126"/>
            <p:cNvGrpSpPr/>
            <p:nvPr/>
          </p:nvGrpSpPr>
          <p:grpSpPr>
            <a:xfrm flipH="1">
              <a:off x="-1463040" y="5365879"/>
              <a:ext cx="16200120" cy="1495963"/>
              <a:chOff x="-1615440" y="4779300"/>
              <a:chExt cx="16200120" cy="1930143"/>
            </a:xfrm>
          </p:grpSpPr>
          <p:sp>
            <p:nvSpPr>
              <p:cNvPr id="134" name="任意多边形: 形状 133"/>
              <p:cNvSpPr/>
              <p:nvPr>
                <p:custDataLst>
                  <p:tags r:id="rId8"/>
                </p:custDataLst>
              </p:nvPr>
            </p:nvSpPr>
            <p:spPr>
              <a:xfrm>
                <a:off x="-1615440" y="4779300"/>
                <a:ext cx="16047720" cy="1777744"/>
              </a:xfrm>
              <a:custGeom>
                <a:avLst/>
                <a:gdLst>
                  <a:gd name="connsiteX0" fmla="*/ 0 w 16047720"/>
                  <a:gd name="connsiteY0" fmla="*/ 1469100 h 1777744"/>
                  <a:gd name="connsiteX1" fmla="*/ 2529840 w 16047720"/>
                  <a:gd name="connsiteY1" fmla="*/ 219420 h 1777744"/>
                  <a:gd name="connsiteX2" fmla="*/ 5897880 w 16047720"/>
                  <a:gd name="connsiteY2" fmla="*/ 1149060 h 1777744"/>
                  <a:gd name="connsiteX3" fmla="*/ 9585960 w 16047720"/>
                  <a:gd name="connsiteY3" fmla="*/ 6060 h 1777744"/>
                  <a:gd name="connsiteX4" fmla="*/ 12938760 w 16047720"/>
                  <a:gd name="connsiteY4" fmla="*/ 1758660 h 1777744"/>
                  <a:gd name="connsiteX5" fmla="*/ 16047720 w 16047720"/>
                  <a:gd name="connsiteY5" fmla="*/ 783300 h 1777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047719" h="1777744">
                    <a:moveTo>
                      <a:pt x="0" y="1469100"/>
                    </a:moveTo>
                    <a:cubicBezTo>
                      <a:pt x="773430" y="870930"/>
                      <a:pt x="1546860" y="272760"/>
                      <a:pt x="2529840" y="219420"/>
                    </a:cubicBezTo>
                    <a:cubicBezTo>
                      <a:pt x="3512820" y="166080"/>
                      <a:pt x="4721860" y="1184620"/>
                      <a:pt x="5897880" y="1149060"/>
                    </a:cubicBezTo>
                    <a:cubicBezTo>
                      <a:pt x="7073900" y="1113500"/>
                      <a:pt x="8412480" y="-95540"/>
                      <a:pt x="9585960" y="6060"/>
                    </a:cubicBezTo>
                    <a:cubicBezTo>
                      <a:pt x="10759440" y="107660"/>
                      <a:pt x="11861800" y="1629120"/>
                      <a:pt x="12938760" y="1758660"/>
                    </a:cubicBezTo>
                    <a:cubicBezTo>
                      <a:pt x="14015720" y="1888200"/>
                      <a:pt x="15031720" y="1335750"/>
                      <a:pt x="16047720" y="783300"/>
                    </a:cubicBezTo>
                  </a:path>
                </a:pathLst>
              </a:custGeom>
              <a:noFill/>
              <a:ln w="6350">
                <a:gradFill>
                  <a:gsLst>
                    <a:gs pos="0">
                      <a:schemeClr val="accent2">
                        <a:alpha val="0"/>
                      </a:schemeClr>
                    </a:gs>
                    <a:gs pos="29000">
                      <a:srgbClr val="269EDF">
                        <a:alpha val="8000"/>
                      </a:srgbClr>
                    </a:gs>
                    <a:gs pos="59000">
                      <a:srgbClr val="269EDF">
                        <a:alpha val="23000"/>
                      </a:srgbClr>
                    </a:gs>
                    <a:gs pos="49000">
                      <a:srgbClr val="269EDF">
                        <a:alpha val="14000"/>
                      </a:srgbClr>
                    </a:gs>
                    <a:gs pos="16000">
                      <a:srgbClr val="269EDF">
                        <a:alpha val="12000"/>
                      </a:srgbClr>
                    </a:gs>
                    <a:gs pos="90000">
                      <a:schemeClr val="accent2">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任意多边形: 形状 134"/>
              <p:cNvSpPr/>
              <p:nvPr>
                <p:custDataLst>
                  <p:tags r:id="rId9"/>
                </p:custDataLst>
              </p:nvPr>
            </p:nvSpPr>
            <p:spPr>
              <a:xfrm flipV="1">
                <a:off x="-1463040" y="6104862"/>
                <a:ext cx="16047720" cy="604581"/>
              </a:xfrm>
              <a:custGeom>
                <a:avLst/>
                <a:gdLst>
                  <a:gd name="connsiteX0" fmla="*/ 0 w 16047720"/>
                  <a:gd name="connsiteY0" fmla="*/ 1469100 h 1777744"/>
                  <a:gd name="connsiteX1" fmla="*/ 2529840 w 16047720"/>
                  <a:gd name="connsiteY1" fmla="*/ 219420 h 1777744"/>
                  <a:gd name="connsiteX2" fmla="*/ 5897880 w 16047720"/>
                  <a:gd name="connsiteY2" fmla="*/ 1149060 h 1777744"/>
                  <a:gd name="connsiteX3" fmla="*/ 9585960 w 16047720"/>
                  <a:gd name="connsiteY3" fmla="*/ 6060 h 1777744"/>
                  <a:gd name="connsiteX4" fmla="*/ 12938760 w 16047720"/>
                  <a:gd name="connsiteY4" fmla="*/ 1758660 h 1777744"/>
                  <a:gd name="connsiteX5" fmla="*/ 16047720 w 16047720"/>
                  <a:gd name="connsiteY5" fmla="*/ 783300 h 1777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047719" h="1777744">
                    <a:moveTo>
                      <a:pt x="0" y="1469100"/>
                    </a:moveTo>
                    <a:cubicBezTo>
                      <a:pt x="773430" y="870930"/>
                      <a:pt x="1546860" y="272760"/>
                      <a:pt x="2529840" y="219420"/>
                    </a:cubicBezTo>
                    <a:cubicBezTo>
                      <a:pt x="3512820" y="166080"/>
                      <a:pt x="4721860" y="1184620"/>
                      <a:pt x="5897880" y="1149060"/>
                    </a:cubicBezTo>
                    <a:cubicBezTo>
                      <a:pt x="7073900" y="1113500"/>
                      <a:pt x="8412480" y="-95540"/>
                      <a:pt x="9585960" y="6060"/>
                    </a:cubicBezTo>
                    <a:cubicBezTo>
                      <a:pt x="10759440" y="107660"/>
                      <a:pt x="11861800" y="1629120"/>
                      <a:pt x="12938760" y="1758660"/>
                    </a:cubicBezTo>
                    <a:cubicBezTo>
                      <a:pt x="14015720" y="1888200"/>
                      <a:pt x="15031720" y="1335750"/>
                      <a:pt x="16047720" y="783300"/>
                    </a:cubicBezTo>
                  </a:path>
                </a:pathLst>
              </a:custGeom>
              <a:noFill/>
              <a:ln w="6350">
                <a:gradFill>
                  <a:gsLst>
                    <a:gs pos="0">
                      <a:schemeClr val="accent2">
                        <a:alpha val="0"/>
                      </a:schemeClr>
                    </a:gs>
                    <a:gs pos="29000">
                      <a:srgbClr val="269EDF">
                        <a:alpha val="8000"/>
                      </a:srgbClr>
                    </a:gs>
                    <a:gs pos="59000">
                      <a:srgbClr val="269EDF">
                        <a:alpha val="23000"/>
                      </a:srgbClr>
                    </a:gs>
                    <a:gs pos="49000">
                      <a:srgbClr val="269EDF">
                        <a:alpha val="14000"/>
                      </a:srgbClr>
                    </a:gs>
                    <a:gs pos="16000">
                      <a:srgbClr val="269EDF">
                        <a:alpha val="12000"/>
                      </a:srgbClr>
                    </a:gs>
                    <a:gs pos="90000">
                      <a:schemeClr val="accent2">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任意多边形: 形状 135"/>
              <p:cNvSpPr/>
              <p:nvPr>
                <p:custDataLst>
                  <p:tags r:id="rId10"/>
                </p:custDataLst>
              </p:nvPr>
            </p:nvSpPr>
            <p:spPr>
              <a:xfrm flipH="1" flipV="1">
                <a:off x="-1463040" y="5365880"/>
                <a:ext cx="16047720" cy="936494"/>
              </a:xfrm>
              <a:custGeom>
                <a:avLst/>
                <a:gdLst>
                  <a:gd name="connsiteX0" fmla="*/ 0 w 16047720"/>
                  <a:gd name="connsiteY0" fmla="*/ 1469100 h 1777744"/>
                  <a:gd name="connsiteX1" fmla="*/ 2529840 w 16047720"/>
                  <a:gd name="connsiteY1" fmla="*/ 219420 h 1777744"/>
                  <a:gd name="connsiteX2" fmla="*/ 5897880 w 16047720"/>
                  <a:gd name="connsiteY2" fmla="*/ 1149060 h 1777744"/>
                  <a:gd name="connsiteX3" fmla="*/ 9585960 w 16047720"/>
                  <a:gd name="connsiteY3" fmla="*/ 6060 h 1777744"/>
                  <a:gd name="connsiteX4" fmla="*/ 12938760 w 16047720"/>
                  <a:gd name="connsiteY4" fmla="*/ 1758660 h 1777744"/>
                  <a:gd name="connsiteX5" fmla="*/ 16047720 w 16047720"/>
                  <a:gd name="connsiteY5" fmla="*/ 783300 h 1777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047719" h="1777744">
                    <a:moveTo>
                      <a:pt x="0" y="1469100"/>
                    </a:moveTo>
                    <a:cubicBezTo>
                      <a:pt x="773430" y="870930"/>
                      <a:pt x="1546860" y="272760"/>
                      <a:pt x="2529840" y="219420"/>
                    </a:cubicBezTo>
                    <a:cubicBezTo>
                      <a:pt x="3512820" y="166080"/>
                      <a:pt x="4721860" y="1184620"/>
                      <a:pt x="5897880" y="1149060"/>
                    </a:cubicBezTo>
                    <a:cubicBezTo>
                      <a:pt x="7073900" y="1113500"/>
                      <a:pt x="8412480" y="-95540"/>
                      <a:pt x="9585960" y="6060"/>
                    </a:cubicBezTo>
                    <a:cubicBezTo>
                      <a:pt x="10759440" y="107660"/>
                      <a:pt x="11861800" y="1629120"/>
                      <a:pt x="12938760" y="1758660"/>
                    </a:cubicBezTo>
                    <a:cubicBezTo>
                      <a:pt x="14015720" y="1888200"/>
                      <a:pt x="15031720" y="1335750"/>
                      <a:pt x="16047720" y="783300"/>
                    </a:cubicBezTo>
                  </a:path>
                </a:pathLst>
              </a:custGeom>
              <a:noFill/>
              <a:ln w="6350">
                <a:gradFill>
                  <a:gsLst>
                    <a:gs pos="0">
                      <a:schemeClr val="accent2">
                        <a:alpha val="0"/>
                      </a:schemeClr>
                    </a:gs>
                    <a:gs pos="29000">
                      <a:srgbClr val="269EDF">
                        <a:alpha val="8000"/>
                      </a:srgbClr>
                    </a:gs>
                    <a:gs pos="59000">
                      <a:srgbClr val="269EDF">
                        <a:alpha val="23000"/>
                      </a:srgbClr>
                    </a:gs>
                    <a:gs pos="49000">
                      <a:srgbClr val="269EDF">
                        <a:alpha val="14000"/>
                      </a:srgbClr>
                    </a:gs>
                    <a:gs pos="16000">
                      <a:srgbClr val="269EDF">
                        <a:alpha val="12000"/>
                      </a:srgbClr>
                    </a:gs>
                    <a:gs pos="90000">
                      <a:schemeClr val="accent2">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8" name="椭圆 127"/>
            <p:cNvSpPr/>
            <p:nvPr>
              <p:custDataLst>
                <p:tags r:id="rId11"/>
              </p:custDataLst>
            </p:nvPr>
          </p:nvSpPr>
          <p:spPr>
            <a:xfrm>
              <a:off x="8015559" y="6097717"/>
              <a:ext cx="141514" cy="141514"/>
            </a:xfrm>
            <a:prstGeom prst="ellipse">
              <a:avLst/>
            </a:prstGeom>
            <a:solidFill>
              <a:schemeClr val="accent3">
                <a:alpha val="89000"/>
              </a:schemeClr>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椭圆 128"/>
            <p:cNvSpPr/>
            <p:nvPr>
              <p:custDataLst>
                <p:tags r:id="rId12"/>
              </p:custDataLst>
            </p:nvPr>
          </p:nvSpPr>
          <p:spPr>
            <a:xfrm>
              <a:off x="4909231" y="6086105"/>
              <a:ext cx="141514" cy="141514"/>
            </a:xfrm>
            <a:prstGeom prst="ellipse">
              <a:avLst/>
            </a:prstGeom>
            <a:solidFill>
              <a:schemeClr val="accent3"/>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椭圆 129"/>
            <p:cNvSpPr/>
            <p:nvPr>
              <p:custDataLst>
                <p:tags r:id="rId13"/>
              </p:custDataLst>
            </p:nvPr>
          </p:nvSpPr>
          <p:spPr>
            <a:xfrm>
              <a:off x="3254035" y="6075916"/>
              <a:ext cx="141514" cy="141514"/>
            </a:xfrm>
            <a:prstGeom prst="ellipse">
              <a:avLst/>
            </a:prstGeom>
            <a:solidFill>
              <a:schemeClr val="accent3">
                <a:alpha val="67000"/>
              </a:schemeClr>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椭圆 130"/>
            <p:cNvSpPr/>
            <p:nvPr>
              <p:custDataLst>
                <p:tags r:id="rId14"/>
              </p:custDataLst>
            </p:nvPr>
          </p:nvSpPr>
          <p:spPr>
            <a:xfrm>
              <a:off x="1704068" y="6322503"/>
              <a:ext cx="141514" cy="141514"/>
            </a:xfrm>
            <a:prstGeom prst="ellipse">
              <a:avLst/>
            </a:prstGeom>
            <a:solidFill>
              <a:schemeClr val="accent3">
                <a:alpha val="50000"/>
              </a:schemeClr>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椭圆 131"/>
            <p:cNvSpPr/>
            <p:nvPr>
              <p:custDataLst>
                <p:tags r:id="rId15"/>
              </p:custDataLst>
            </p:nvPr>
          </p:nvSpPr>
          <p:spPr>
            <a:xfrm>
              <a:off x="9897292" y="6096664"/>
              <a:ext cx="141514" cy="141514"/>
            </a:xfrm>
            <a:prstGeom prst="ellipse">
              <a:avLst/>
            </a:prstGeom>
            <a:solidFill>
              <a:schemeClr val="accent3">
                <a:alpha val="78000"/>
              </a:schemeClr>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椭圆 132"/>
            <p:cNvSpPr/>
            <p:nvPr>
              <p:custDataLst>
                <p:tags r:id="rId16"/>
              </p:custDataLst>
            </p:nvPr>
          </p:nvSpPr>
          <p:spPr>
            <a:xfrm>
              <a:off x="9353007" y="6529894"/>
              <a:ext cx="141514" cy="141514"/>
            </a:xfrm>
            <a:prstGeom prst="ellipse">
              <a:avLst/>
            </a:prstGeom>
            <a:solidFill>
              <a:schemeClr val="accent3">
                <a:alpha val="50000"/>
              </a:schemeClr>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spd="slow" advTm="5000">
    <p:wedge/>
  </p:transition>
  <p:hf sldNum="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4" r:id="rId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tags" Target="../tags/tag23.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9" Type="http://schemas.openxmlformats.org/officeDocument/2006/relationships/tags" Target="../tags/tag119.xml"/><Relationship Id="rId98" Type="http://schemas.openxmlformats.org/officeDocument/2006/relationships/tags" Target="../tags/tag118.xml"/><Relationship Id="rId97" Type="http://schemas.openxmlformats.org/officeDocument/2006/relationships/tags" Target="../tags/tag117.xml"/><Relationship Id="rId96" Type="http://schemas.openxmlformats.org/officeDocument/2006/relationships/tags" Target="../tags/tag116.xml"/><Relationship Id="rId95" Type="http://schemas.openxmlformats.org/officeDocument/2006/relationships/tags" Target="../tags/tag115.xml"/><Relationship Id="rId94" Type="http://schemas.openxmlformats.org/officeDocument/2006/relationships/tags" Target="../tags/tag114.xml"/><Relationship Id="rId93" Type="http://schemas.openxmlformats.org/officeDocument/2006/relationships/tags" Target="../tags/tag113.xml"/><Relationship Id="rId92" Type="http://schemas.openxmlformats.org/officeDocument/2006/relationships/tags" Target="../tags/tag112.xml"/><Relationship Id="rId91" Type="http://schemas.openxmlformats.org/officeDocument/2006/relationships/tags" Target="../tags/tag111.xml"/><Relationship Id="rId90" Type="http://schemas.openxmlformats.org/officeDocument/2006/relationships/tags" Target="../tags/tag110.xml"/><Relationship Id="rId9" Type="http://schemas.openxmlformats.org/officeDocument/2006/relationships/tags" Target="../tags/tag30.xml"/><Relationship Id="rId89" Type="http://schemas.openxmlformats.org/officeDocument/2006/relationships/tags" Target="../tags/tag109.xml"/><Relationship Id="rId88" Type="http://schemas.openxmlformats.org/officeDocument/2006/relationships/tags" Target="../tags/tag108.xml"/><Relationship Id="rId87" Type="http://schemas.openxmlformats.org/officeDocument/2006/relationships/tags" Target="../tags/tag107.xml"/><Relationship Id="rId86" Type="http://schemas.openxmlformats.org/officeDocument/2006/relationships/tags" Target="../tags/tag106.xml"/><Relationship Id="rId85" Type="http://schemas.openxmlformats.org/officeDocument/2006/relationships/tags" Target="../tags/tag105.xml"/><Relationship Id="rId84" Type="http://schemas.openxmlformats.org/officeDocument/2006/relationships/tags" Target="../tags/tag104.xml"/><Relationship Id="rId83" Type="http://schemas.openxmlformats.org/officeDocument/2006/relationships/tags" Target="../tags/tag103.xml"/><Relationship Id="rId82" Type="http://schemas.openxmlformats.org/officeDocument/2006/relationships/tags" Target="../tags/tag102.xml"/><Relationship Id="rId81" Type="http://schemas.openxmlformats.org/officeDocument/2006/relationships/tags" Target="../tags/tag101.xml"/><Relationship Id="rId80" Type="http://schemas.openxmlformats.org/officeDocument/2006/relationships/tags" Target="../tags/tag100.xml"/><Relationship Id="rId8" Type="http://schemas.openxmlformats.org/officeDocument/2006/relationships/tags" Target="../tags/tag29.xml"/><Relationship Id="rId79" Type="http://schemas.openxmlformats.org/officeDocument/2006/relationships/tags" Target="../tags/tag99.xml"/><Relationship Id="rId78" Type="http://schemas.openxmlformats.org/officeDocument/2006/relationships/tags" Target="../tags/tag98.xml"/><Relationship Id="rId77" Type="http://schemas.openxmlformats.org/officeDocument/2006/relationships/tags" Target="../tags/tag97.xml"/><Relationship Id="rId76" Type="http://schemas.openxmlformats.org/officeDocument/2006/relationships/tags" Target="../tags/tag96.xml"/><Relationship Id="rId75" Type="http://schemas.openxmlformats.org/officeDocument/2006/relationships/tags" Target="../tags/tag95.xml"/><Relationship Id="rId74" Type="http://schemas.openxmlformats.org/officeDocument/2006/relationships/tags" Target="../tags/tag94.xml"/><Relationship Id="rId73" Type="http://schemas.openxmlformats.org/officeDocument/2006/relationships/tags" Target="../tags/tag93.xml"/><Relationship Id="rId72" Type="http://schemas.openxmlformats.org/officeDocument/2006/relationships/tags" Target="../tags/tag92.xml"/><Relationship Id="rId71" Type="http://schemas.openxmlformats.org/officeDocument/2006/relationships/tags" Target="../tags/tag91.xml"/><Relationship Id="rId70" Type="http://schemas.openxmlformats.org/officeDocument/2006/relationships/tags" Target="../tags/tag90.xml"/><Relationship Id="rId7" Type="http://schemas.openxmlformats.org/officeDocument/2006/relationships/tags" Target="../tags/tag28.xml"/><Relationship Id="rId69" Type="http://schemas.openxmlformats.org/officeDocument/2006/relationships/tags" Target="../tags/tag89.xml"/><Relationship Id="rId68" Type="http://schemas.openxmlformats.org/officeDocument/2006/relationships/tags" Target="../tags/tag88.xml"/><Relationship Id="rId67" Type="http://schemas.openxmlformats.org/officeDocument/2006/relationships/tags" Target="../tags/tag87.xml"/><Relationship Id="rId66" Type="http://schemas.openxmlformats.org/officeDocument/2006/relationships/tags" Target="../tags/tag86.xml"/><Relationship Id="rId65" Type="http://schemas.openxmlformats.org/officeDocument/2006/relationships/tags" Target="../tags/tag85.xml"/><Relationship Id="rId64" Type="http://schemas.openxmlformats.org/officeDocument/2006/relationships/tags" Target="../tags/tag84.xml"/><Relationship Id="rId63" Type="http://schemas.openxmlformats.org/officeDocument/2006/relationships/tags" Target="../tags/tag83.xml"/><Relationship Id="rId62" Type="http://schemas.openxmlformats.org/officeDocument/2006/relationships/tags" Target="../tags/tag82.xml"/><Relationship Id="rId61" Type="http://schemas.openxmlformats.org/officeDocument/2006/relationships/tags" Target="../tags/tag81.xml"/><Relationship Id="rId60" Type="http://schemas.openxmlformats.org/officeDocument/2006/relationships/tags" Target="../tags/tag80.xml"/><Relationship Id="rId6" Type="http://schemas.openxmlformats.org/officeDocument/2006/relationships/tags" Target="../tags/tag27.xml"/><Relationship Id="rId59" Type="http://schemas.openxmlformats.org/officeDocument/2006/relationships/tags" Target="../tags/tag79.xml"/><Relationship Id="rId58" Type="http://schemas.openxmlformats.org/officeDocument/2006/relationships/tags" Target="../tags/tag78.xml"/><Relationship Id="rId57" Type="http://schemas.openxmlformats.org/officeDocument/2006/relationships/tags" Target="../tags/tag77.xml"/><Relationship Id="rId56" Type="http://schemas.openxmlformats.org/officeDocument/2006/relationships/tags" Target="../tags/tag76.xml"/><Relationship Id="rId55" Type="http://schemas.openxmlformats.org/officeDocument/2006/relationships/tags" Target="../tags/tag75.xml"/><Relationship Id="rId54" Type="http://schemas.openxmlformats.org/officeDocument/2006/relationships/tags" Target="../tags/tag74.xml"/><Relationship Id="rId53" Type="http://schemas.openxmlformats.org/officeDocument/2006/relationships/tags" Target="../tags/tag73.xml"/><Relationship Id="rId52" Type="http://schemas.openxmlformats.org/officeDocument/2006/relationships/tags" Target="../tags/tag72.xml"/><Relationship Id="rId51" Type="http://schemas.openxmlformats.org/officeDocument/2006/relationships/tags" Target="../tags/tag71.xml"/><Relationship Id="rId50" Type="http://schemas.openxmlformats.org/officeDocument/2006/relationships/tags" Target="../tags/tag70.xml"/><Relationship Id="rId5" Type="http://schemas.openxmlformats.org/officeDocument/2006/relationships/tags" Target="../tags/tag26.xml"/><Relationship Id="rId49" Type="http://schemas.openxmlformats.org/officeDocument/2006/relationships/tags" Target="../tags/tag69.xml"/><Relationship Id="rId48" Type="http://schemas.openxmlformats.org/officeDocument/2006/relationships/tags" Target="../tags/tag68.xml"/><Relationship Id="rId47" Type="http://schemas.openxmlformats.org/officeDocument/2006/relationships/tags" Target="../tags/tag67.xml"/><Relationship Id="rId46" Type="http://schemas.openxmlformats.org/officeDocument/2006/relationships/image" Target="../media/image3.png"/><Relationship Id="rId45" Type="http://schemas.openxmlformats.org/officeDocument/2006/relationships/tags" Target="../tags/tag66.xml"/><Relationship Id="rId44" Type="http://schemas.openxmlformats.org/officeDocument/2006/relationships/tags" Target="../tags/tag65.xml"/><Relationship Id="rId43" Type="http://schemas.openxmlformats.org/officeDocument/2006/relationships/tags" Target="../tags/tag64.xml"/><Relationship Id="rId42" Type="http://schemas.openxmlformats.org/officeDocument/2006/relationships/tags" Target="../tags/tag63.xml"/><Relationship Id="rId41" Type="http://schemas.openxmlformats.org/officeDocument/2006/relationships/tags" Target="../tags/tag62.xml"/><Relationship Id="rId40" Type="http://schemas.openxmlformats.org/officeDocument/2006/relationships/tags" Target="../tags/tag61.xml"/><Relationship Id="rId4" Type="http://schemas.openxmlformats.org/officeDocument/2006/relationships/tags" Target="../tags/tag25.xml"/><Relationship Id="rId39" Type="http://schemas.openxmlformats.org/officeDocument/2006/relationships/tags" Target="../tags/tag60.xml"/><Relationship Id="rId38" Type="http://schemas.openxmlformats.org/officeDocument/2006/relationships/tags" Target="../tags/tag59.xml"/><Relationship Id="rId37" Type="http://schemas.openxmlformats.org/officeDocument/2006/relationships/tags" Target="../tags/tag58.xml"/><Relationship Id="rId36" Type="http://schemas.openxmlformats.org/officeDocument/2006/relationships/tags" Target="../tags/tag57.xml"/><Relationship Id="rId35" Type="http://schemas.openxmlformats.org/officeDocument/2006/relationships/tags" Target="../tags/tag56.xml"/><Relationship Id="rId34" Type="http://schemas.openxmlformats.org/officeDocument/2006/relationships/tags" Target="../tags/tag55.xml"/><Relationship Id="rId33" Type="http://schemas.openxmlformats.org/officeDocument/2006/relationships/tags" Target="../tags/tag54.xml"/><Relationship Id="rId32" Type="http://schemas.openxmlformats.org/officeDocument/2006/relationships/tags" Target="../tags/tag53.xml"/><Relationship Id="rId31" Type="http://schemas.openxmlformats.org/officeDocument/2006/relationships/tags" Target="../tags/tag52.xml"/><Relationship Id="rId30" Type="http://schemas.openxmlformats.org/officeDocument/2006/relationships/tags" Target="../tags/tag51.xml"/><Relationship Id="rId3" Type="http://schemas.openxmlformats.org/officeDocument/2006/relationships/image" Target="../media/image2.png"/><Relationship Id="rId29" Type="http://schemas.openxmlformats.org/officeDocument/2006/relationships/tags" Target="../tags/tag50.xml"/><Relationship Id="rId28" Type="http://schemas.openxmlformats.org/officeDocument/2006/relationships/tags" Target="../tags/tag49.xml"/><Relationship Id="rId27" Type="http://schemas.openxmlformats.org/officeDocument/2006/relationships/tags" Target="../tags/tag48.xml"/><Relationship Id="rId26" Type="http://schemas.openxmlformats.org/officeDocument/2006/relationships/tags" Target="../tags/tag47.xml"/><Relationship Id="rId25" Type="http://schemas.openxmlformats.org/officeDocument/2006/relationships/tags" Target="../tags/tag46.xml"/><Relationship Id="rId24" Type="http://schemas.openxmlformats.org/officeDocument/2006/relationships/tags" Target="../tags/tag45.xml"/><Relationship Id="rId23" Type="http://schemas.openxmlformats.org/officeDocument/2006/relationships/tags" Target="../tags/tag44.xml"/><Relationship Id="rId22" Type="http://schemas.openxmlformats.org/officeDocument/2006/relationships/tags" Target="../tags/tag43.xml"/><Relationship Id="rId21" Type="http://schemas.openxmlformats.org/officeDocument/2006/relationships/tags" Target="../tags/tag42.xml"/><Relationship Id="rId20" Type="http://schemas.openxmlformats.org/officeDocument/2006/relationships/tags" Target="../tags/tag41.xml"/><Relationship Id="rId2" Type="http://schemas.openxmlformats.org/officeDocument/2006/relationships/tags" Target="../tags/tag24.xml"/><Relationship Id="rId19" Type="http://schemas.openxmlformats.org/officeDocument/2006/relationships/tags" Target="../tags/tag40.xml"/><Relationship Id="rId18" Type="http://schemas.openxmlformats.org/officeDocument/2006/relationships/tags" Target="../tags/tag39.xml"/><Relationship Id="rId17" Type="http://schemas.openxmlformats.org/officeDocument/2006/relationships/tags" Target="../tags/tag38.xml"/><Relationship Id="rId16" Type="http://schemas.openxmlformats.org/officeDocument/2006/relationships/tags" Target="../tags/tag37.xml"/><Relationship Id="rId15" Type="http://schemas.openxmlformats.org/officeDocument/2006/relationships/tags" Target="../tags/tag36.xml"/><Relationship Id="rId14" Type="http://schemas.openxmlformats.org/officeDocument/2006/relationships/tags" Target="../tags/tag35.xml"/><Relationship Id="rId13" Type="http://schemas.openxmlformats.org/officeDocument/2006/relationships/tags" Target="../tags/tag34.xml"/><Relationship Id="rId12" Type="http://schemas.openxmlformats.org/officeDocument/2006/relationships/tags" Target="../tags/tag33.xml"/><Relationship Id="rId11" Type="http://schemas.openxmlformats.org/officeDocument/2006/relationships/tags" Target="../tags/tag32.xml"/><Relationship Id="rId108" Type="http://schemas.openxmlformats.org/officeDocument/2006/relationships/slideLayout" Target="../slideLayouts/slideLayout4.xml"/><Relationship Id="rId107" Type="http://schemas.openxmlformats.org/officeDocument/2006/relationships/tags" Target="../tags/tag127.xml"/><Relationship Id="rId106" Type="http://schemas.openxmlformats.org/officeDocument/2006/relationships/tags" Target="../tags/tag126.xml"/><Relationship Id="rId105" Type="http://schemas.openxmlformats.org/officeDocument/2006/relationships/tags" Target="../tags/tag125.xml"/><Relationship Id="rId104" Type="http://schemas.openxmlformats.org/officeDocument/2006/relationships/tags" Target="../tags/tag124.xml"/><Relationship Id="rId103" Type="http://schemas.openxmlformats.org/officeDocument/2006/relationships/tags" Target="../tags/tag123.xml"/><Relationship Id="rId102" Type="http://schemas.openxmlformats.org/officeDocument/2006/relationships/tags" Target="../tags/tag122.xml"/><Relationship Id="rId101" Type="http://schemas.openxmlformats.org/officeDocument/2006/relationships/tags" Target="../tags/tag121.xml"/><Relationship Id="rId100" Type="http://schemas.openxmlformats.org/officeDocument/2006/relationships/tags" Target="../tags/tag120.xml"/><Relationship Id="rId10" Type="http://schemas.openxmlformats.org/officeDocument/2006/relationships/tags" Target="../tags/tag3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9" Type="http://schemas.openxmlformats.org/officeDocument/2006/relationships/tags" Target="../tags/tag134.xml"/><Relationship Id="rId8" Type="http://schemas.openxmlformats.org/officeDocument/2006/relationships/tags" Target="../tags/tag133.xml"/><Relationship Id="rId7" Type="http://schemas.openxmlformats.org/officeDocument/2006/relationships/tags" Target="../tags/tag132.xml"/><Relationship Id="rId66" Type="http://schemas.openxmlformats.org/officeDocument/2006/relationships/notesSlide" Target="../notesSlides/notesSlide2.xml"/><Relationship Id="rId65" Type="http://schemas.openxmlformats.org/officeDocument/2006/relationships/slideLayout" Target="../slideLayouts/slideLayout1.xml"/><Relationship Id="rId64" Type="http://schemas.openxmlformats.org/officeDocument/2006/relationships/tags" Target="../tags/tag189.xml"/><Relationship Id="rId63" Type="http://schemas.openxmlformats.org/officeDocument/2006/relationships/tags" Target="../tags/tag188.xml"/><Relationship Id="rId62" Type="http://schemas.openxmlformats.org/officeDocument/2006/relationships/tags" Target="../tags/tag187.xml"/><Relationship Id="rId61" Type="http://schemas.openxmlformats.org/officeDocument/2006/relationships/tags" Target="../tags/tag186.xml"/><Relationship Id="rId60" Type="http://schemas.openxmlformats.org/officeDocument/2006/relationships/tags" Target="../tags/tag185.xml"/><Relationship Id="rId6" Type="http://schemas.openxmlformats.org/officeDocument/2006/relationships/tags" Target="../tags/tag131.xml"/><Relationship Id="rId59" Type="http://schemas.openxmlformats.org/officeDocument/2006/relationships/tags" Target="../tags/tag184.xml"/><Relationship Id="rId58" Type="http://schemas.openxmlformats.org/officeDocument/2006/relationships/tags" Target="../tags/tag183.xml"/><Relationship Id="rId57" Type="http://schemas.openxmlformats.org/officeDocument/2006/relationships/tags" Target="../tags/tag182.xml"/><Relationship Id="rId56" Type="http://schemas.openxmlformats.org/officeDocument/2006/relationships/tags" Target="../tags/tag181.xml"/><Relationship Id="rId55" Type="http://schemas.openxmlformats.org/officeDocument/2006/relationships/tags" Target="../tags/tag180.xml"/><Relationship Id="rId54" Type="http://schemas.openxmlformats.org/officeDocument/2006/relationships/tags" Target="../tags/tag179.xml"/><Relationship Id="rId53" Type="http://schemas.openxmlformats.org/officeDocument/2006/relationships/tags" Target="../tags/tag178.xml"/><Relationship Id="rId52" Type="http://schemas.openxmlformats.org/officeDocument/2006/relationships/tags" Target="../tags/tag177.xml"/><Relationship Id="rId51" Type="http://schemas.openxmlformats.org/officeDocument/2006/relationships/tags" Target="../tags/tag176.xml"/><Relationship Id="rId50" Type="http://schemas.openxmlformats.org/officeDocument/2006/relationships/tags" Target="../tags/tag175.xml"/><Relationship Id="rId5" Type="http://schemas.openxmlformats.org/officeDocument/2006/relationships/tags" Target="../tags/tag130.xml"/><Relationship Id="rId49" Type="http://schemas.openxmlformats.org/officeDocument/2006/relationships/tags" Target="../tags/tag174.xml"/><Relationship Id="rId48" Type="http://schemas.openxmlformats.org/officeDocument/2006/relationships/tags" Target="../tags/tag173.xml"/><Relationship Id="rId47" Type="http://schemas.openxmlformats.org/officeDocument/2006/relationships/tags" Target="../tags/tag172.xml"/><Relationship Id="rId46" Type="http://schemas.openxmlformats.org/officeDocument/2006/relationships/tags" Target="../tags/tag171.xml"/><Relationship Id="rId45" Type="http://schemas.openxmlformats.org/officeDocument/2006/relationships/tags" Target="../tags/tag170.xml"/><Relationship Id="rId44" Type="http://schemas.openxmlformats.org/officeDocument/2006/relationships/tags" Target="../tags/tag169.xml"/><Relationship Id="rId43" Type="http://schemas.openxmlformats.org/officeDocument/2006/relationships/tags" Target="../tags/tag168.xml"/><Relationship Id="rId42" Type="http://schemas.openxmlformats.org/officeDocument/2006/relationships/tags" Target="../tags/tag167.xml"/><Relationship Id="rId41" Type="http://schemas.openxmlformats.org/officeDocument/2006/relationships/tags" Target="../tags/tag166.xml"/><Relationship Id="rId40" Type="http://schemas.openxmlformats.org/officeDocument/2006/relationships/tags" Target="../tags/tag165.xml"/><Relationship Id="rId4" Type="http://schemas.openxmlformats.org/officeDocument/2006/relationships/tags" Target="../tags/tag129.xml"/><Relationship Id="rId39" Type="http://schemas.openxmlformats.org/officeDocument/2006/relationships/tags" Target="../tags/tag164.xml"/><Relationship Id="rId38" Type="http://schemas.openxmlformats.org/officeDocument/2006/relationships/tags" Target="../tags/tag163.xml"/><Relationship Id="rId37" Type="http://schemas.openxmlformats.org/officeDocument/2006/relationships/tags" Target="../tags/tag162.xml"/><Relationship Id="rId36" Type="http://schemas.openxmlformats.org/officeDocument/2006/relationships/tags" Target="../tags/tag161.xml"/><Relationship Id="rId35" Type="http://schemas.openxmlformats.org/officeDocument/2006/relationships/tags" Target="../tags/tag160.xml"/><Relationship Id="rId34" Type="http://schemas.openxmlformats.org/officeDocument/2006/relationships/tags" Target="../tags/tag159.xml"/><Relationship Id="rId33" Type="http://schemas.openxmlformats.org/officeDocument/2006/relationships/tags" Target="../tags/tag158.xml"/><Relationship Id="rId32" Type="http://schemas.openxmlformats.org/officeDocument/2006/relationships/tags" Target="../tags/tag157.xml"/><Relationship Id="rId31" Type="http://schemas.openxmlformats.org/officeDocument/2006/relationships/tags" Target="../tags/tag156.xml"/><Relationship Id="rId30" Type="http://schemas.openxmlformats.org/officeDocument/2006/relationships/tags" Target="../tags/tag155.xml"/><Relationship Id="rId3" Type="http://schemas.openxmlformats.org/officeDocument/2006/relationships/tags" Target="../tags/tag128.xml"/><Relationship Id="rId29" Type="http://schemas.openxmlformats.org/officeDocument/2006/relationships/tags" Target="../tags/tag154.xml"/><Relationship Id="rId28" Type="http://schemas.openxmlformats.org/officeDocument/2006/relationships/tags" Target="../tags/tag153.xml"/><Relationship Id="rId27" Type="http://schemas.openxmlformats.org/officeDocument/2006/relationships/tags" Target="../tags/tag152.xml"/><Relationship Id="rId26" Type="http://schemas.openxmlformats.org/officeDocument/2006/relationships/tags" Target="../tags/tag151.xml"/><Relationship Id="rId25" Type="http://schemas.openxmlformats.org/officeDocument/2006/relationships/tags" Target="../tags/tag150.xml"/><Relationship Id="rId24" Type="http://schemas.openxmlformats.org/officeDocument/2006/relationships/tags" Target="../tags/tag149.xml"/><Relationship Id="rId23" Type="http://schemas.openxmlformats.org/officeDocument/2006/relationships/tags" Target="../tags/tag148.xml"/><Relationship Id="rId22" Type="http://schemas.openxmlformats.org/officeDocument/2006/relationships/tags" Target="../tags/tag147.xml"/><Relationship Id="rId21" Type="http://schemas.openxmlformats.org/officeDocument/2006/relationships/tags" Target="../tags/tag146.xml"/><Relationship Id="rId20" Type="http://schemas.openxmlformats.org/officeDocument/2006/relationships/tags" Target="../tags/tag145.xml"/><Relationship Id="rId2" Type="http://schemas.openxmlformats.org/officeDocument/2006/relationships/image" Target="../media/image4.png"/><Relationship Id="rId19" Type="http://schemas.openxmlformats.org/officeDocument/2006/relationships/tags" Target="../tags/tag144.xml"/><Relationship Id="rId18" Type="http://schemas.openxmlformats.org/officeDocument/2006/relationships/tags" Target="../tags/tag143.xml"/><Relationship Id="rId17" Type="http://schemas.openxmlformats.org/officeDocument/2006/relationships/tags" Target="../tags/tag142.xml"/><Relationship Id="rId16" Type="http://schemas.openxmlformats.org/officeDocument/2006/relationships/tags" Target="../tags/tag141.xml"/><Relationship Id="rId15" Type="http://schemas.openxmlformats.org/officeDocument/2006/relationships/tags" Target="../tags/tag140.xml"/><Relationship Id="rId14" Type="http://schemas.openxmlformats.org/officeDocument/2006/relationships/tags" Target="../tags/tag139.xml"/><Relationship Id="rId13" Type="http://schemas.openxmlformats.org/officeDocument/2006/relationships/tags" Target="../tags/tag138.xml"/><Relationship Id="rId12" Type="http://schemas.openxmlformats.org/officeDocument/2006/relationships/tags" Target="../tags/tag137.xml"/><Relationship Id="rId11" Type="http://schemas.openxmlformats.org/officeDocument/2006/relationships/tags" Target="../tags/tag136.xml"/><Relationship Id="rId10" Type="http://schemas.openxmlformats.org/officeDocument/2006/relationships/tags" Target="../tags/tag135.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9" Type="http://schemas.openxmlformats.org/officeDocument/2006/relationships/tags" Target="../tags/tag197.xml"/><Relationship Id="rId8" Type="http://schemas.openxmlformats.org/officeDocument/2006/relationships/tags" Target="../tags/tag196.xml"/><Relationship Id="rId79" Type="http://schemas.openxmlformats.org/officeDocument/2006/relationships/notesSlide" Target="../notesSlides/notesSlide3.xml"/><Relationship Id="rId78" Type="http://schemas.openxmlformats.org/officeDocument/2006/relationships/slideLayout" Target="../slideLayouts/slideLayout1.xml"/><Relationship Id="rId77" Type="http://schemas.openxmlformats.org/officeDocument/2006/relationships/image" Target="../media/image5.png"/><Relationship Id="rId76" Type="http://schemas.openxmlformats.org/officeDocument/2006/relationships/tags" Target="../tags/tag264.xml"/><Relationship Id="rId75" Type="http://schemas.openxmlformats.org/officeDocument/2006/relationships/tags" Target="../tags/tag263.xml"/><Relationship Id="rId74" Type="http://schemas.openxmlformats.org/officeDocument/2006/relationships/tags" Target="../tags/tag262.xml"/><Relationship Id="rId73" Type="http://schemas.openxmlformats.org/officeDocument/2006/relationships/tags" Target="../tags/tag261.xml"/><Relationship Id="rId72" Type="http://schemas.openxmlformats.org/officeDocument/2006/relationships/tags" Target="../tags/tag260.xml"/><Relationship Id="rId71" Type="http://schemas.openxmlformats.org/officeDocument/2006/relationships/tags" Target="../tags/tag259.xml"/><Relationship Id="rId70" Type="http://schemas.openxmlformats.org/officeDocument/2006/relationships/tags" Target="../tags/tag258.xml"/><Relationship Id="rId7" Type="http://schemas.openxmlformats.org/officeDocument/2006/relationships/tags" Target="../tags/tag195.xml"/><Relationship Id="rId69" Type="http://schemas.openxmlformats.org/officeDocument/2006/relationships/tags" Target="../tags/tag257.xml"/><Relationship Id="rId68" Type="http://schemas.openxmlformats.org/officeDocument/2006/relationships/tags" Target="../tags/tag256.xml"/><Relationship Id="rId67" Type="http://schemas.openxmlformats.org/officeDocument/2006/relationships/tags" Target="../tags/tag255.xml"/><Relationship Id="rId66" Type="http://schemas.openxmlformats.org/officeDocument/2006/relationships/tags" Target="../tags/tag254.xml"/><Relationship Id="rId65" Type="http://schemas.openxmlformats.org/officeDocument/2006/relationships/tags" Target="../tags/tag253.xml"/><Relationship Id="rId64" Type="http://schemas.openxmlformats.org/officeDocument/2006/relationships/tags" Target="../tags/tag252.xml"/><Relationship Id="rId63" Type="http://schemas.openxmlformats.org/officeDocument/2006/relationships/tags" Target="../tags/tag251.xml"/><Relationship Id="rId62" Type="http://schemas.openxmlformats.org/officeDocument/2006/relationships/tags" Target="../tags/tag250.xml"/><Relationship Id="rId61" Type="http://schemas.openxmlformats.org/officeDocument/2006/relationships/tags" Target="../tags/tag249.xml"/><Relationship Id="rId60" Type="http://schemas.openxmlformats.org/officeDocument/2006/relationships/tags" Target="../tags/tag248.xml"/><Relationship Id="rId6" Type="http://schemas.openxmlformats.org/officeDocument/2006/relationships/tags" Target="../tags/tag194.xml"/><Relationship Id="rId59" Type="http://schemas.openxmlformats.org/officeDocument/2006/relationships/tags" Target="../tags/tag247.xml"/><Relationship Id="rId58" Type="http://schemas.openxmlformats.org/officeDocument/2006/relationships/tags" Target="../tags/tag246.xml"/><Relationship Id="rId57" Type="http://schemas.openxmlformats.org/officeDocument/2006/relationships/tags" Target="../tags/tag245.xml"/><Relationship Id="rId56" Type="http://schemas.openxmlformats.org/officeDocument/2006/relationships/tags" Target="../tags/tag244.xml"/><Relationship Id="rId55" Type="http://schemas.openxmlformats.org/officeDocument/2006/relationships/tags" Target="../tags/tag243.xml"/><Relationship Id="rId54" Type="http://schemas.openxmlformats.org/officeDocument/2006/relationships/tags" Target="../tags/tag242.xml"/><Relationship Id="rId53" Type="http://schemas.openxmlformats.org/officeDocument/2006/relationships/tags" Target="../tags/tag241.xml"/><Relationship Id="rId52" Type="http://schemas.openxmlformats.org/officeDocument/2006/relationships/tags" Target="../tags/tag240.xml"/><Relationship Id="rId51" Type="http://schemas.openxmlformats.org/officeDocument/2006/relationships/tags" Target="../tags/tag239.xml"/><Relationship Id="rId50" Type="http://schemas.openxmlformats.org/officeDocument/2006/relationships/tags" Target="../tags/tag238.xml"/><Relationship Id="rId5" Type="http://schemas.openxmlformats.org/officeDocument/2006/relationships/tags" Target="../tags/tag193.xml"/><Relationship Id="rId49" Type="http://schemas.openxmlformats.org/officeDocument/2006/relationships/tags" Target="../tags/tag237.xml"/><Relationship Id="rId48" Type="http://schemas.openxmlformats.org/officeDocument/2006/relationships/tags" Target="../tags/tag236.xml"/><Relationship Id="rId47" Type="http://schemas.openxmlformats.org/officeDocument/2006/relationships/tags" Target="../tags/tag235.xml"/><Relationship Id="rId46" Type="http://schemas.openxmlformats.org/officeDocument/2006/relationships/tags" Target="../tags/tag234.xml"/><Relationship Id="rId45" Type="http://schemas.openxmlformats.org/officeDocument/2006/relationships/tags" Target="../tags/tag233.xml"/><Relationship Id="rId44" Type="http://schemas.openxmlformats.org/officeDocument/2006/relationships/tags" Target="../tags/tag232.xml"/><Relationship Id="rId43" Type="http://schemas.openxmlformats.org/officeDocument/2006/relationships/tags" Target="../tags/tag231.xml"/><Relationship Id="rId42" Type="http://schemas.openxmlformats.org/officeDocument/2006/relationships/tags" Target="../tags/tag230.xml"/><Relationship Id="rId41" Type="http://schemas.openxmlformats.org/officeDocument/2006/relationships/tags" Target="../tags/tag229.xml"/><Relationship Id="rId40" Type="http://schemas.openxmlformats.org/officeDocument/2006/relationships/tags" Target="../tags/tag228.xml"/><Relationship Id="rId4" Type="http://schemas.openxmlformats.org/officeDocument/2006/relationships/tags" Target="../tags/tag192.xml"/><Relationship Id="rId39" Type="http://schemas.openxmlformats.org/officeDocument/2006/relationships/tags" Target="../tags/tag227.xml"/><Relationship Id="rId38" Type="http://schemas.openxmlformats.org/officeDocument/2006/relationships/tags" Target="../tags/tag226.xml"/><Relationship Id="rId37" Type="http://schemas.openxmlformats.org/officeDocument/2006/relationships/tags" Target="../tags/tag225.xml"/><Relationship Id="rId36" Type="http://schemas.openxmlformats.org/officeDocument/2006/relationships/tags" Target="../tags/tag224.xml"/><Relationship Id="rId35" Type="http://schemas.openxmlformats.org/officeDocument/2006/relationships/tags" Target="../tags/tag223.xml"/><Relationship Id="rId34" Type="http://schemas.openxmlformats.org/officeDocument/2006/relationships/tags" Target="../tags/tag222.xml"/><Relationship Id="rId33" Type="http://schemas.openxmlformats.org/officeDocument/2006/relationships/tags" Target="../tags/tag221.xml"/><Relationship Id="rId32" Type="http://schemas.openxmlformats.org/officeDocument/2006/relationships/tags" Target="../tags/tag220.xml"/><Relationship Id="rId31" Type="http://schemas.openxmlformats.org/officeDocument/2006/relationships/tags" Target="../tags/tag219.xml"/><Relationship Id="rId30" Type="http://schemas.openxmlformats.org/officeDocument/2006/relationships/tags" Target="../tags/tag218.xml"/><Relationship Id="rId3" Type="http://schemas.openxmlformats.org/officeDocument/2006/relationships/tags" Target="../tags/tag191.xml"/><Relationship Id="rId29" Type="http://schemas.openxmlformats.org/officeDocument/2006/relationships/tags" Target="../tags/tag217.xml"/><Relationship Id="rId28" Type="http://schemas.openxmlformats.org/officeDocument/2006/relationships/tags" Target="../tags/tag216.xml"/><Relationship Id="rId27" Type="http://schemas.openxmlformats.org/officeDocument/2006/relationships/tags" Target="../tags/tag215.xml"/><Relationship Id="rId26" Type="http://schemas.openxmlformats.org/officeDocument/2006/relationships/tags" Target="../tags/tag214.xml"/><Relationship Id="rId25" Type="http://schemas.openxmlformats.org/officeDocument/2006/relationships/tags" Target="../tags/tag213.xml"/><Relationship Id="rId24" Type="http://schemas.openxmlformats.org/officeDocument/2006/relationships/tags" Target="../tags/tag212.xml"/><Relationship Id="rId23" Type="http://schemas.openxmlformats.org/officeDocument/2006/relationships/tags" Target="../tags/tag211.xml"/><Relationship Id="rId22" Type="http://schemas.openxmlformats.org/officeDocument/2006/relationships/tags" Target="../tags/tag210.xml"/><Relationship Id="rId21" Type="http://schemas.openxmlformats.org/officeDocument/2006/relationships/tags" Target="../tags/tag209.xml"/><Relationship Id="rId20" Type="http://schemas.openxmlformats.org/officeDocument/2006/relationships/tags" Target="../tags/tag208.xml"/><Relationship Id="rId2" Type="http://schemas.openxmlformats.org/officeDocument/2006/relationships/tags" Target="../tags/tag190.xml"/><Relationship Id="rId19" Type="http://schemas.openxmlformats.org/officeDocument/2006/relationships/tags" Target="../tags/tag207.xml"/><Relationship Id="rId18" Type="http://schemas.openxmlformats.org/officeDocument/2006/relationships/tags" Target="../tags/tag206.xml"/><Relationship Id="rId17" Type="http://schemas.openxmlformats.org/officeDocument/2006/relationships/tags" Target="../tags/tag205.xml"/><Relationship Id="rId16" Type="http://schemas.openxmlformats.org/officeDocument/2006/relationships/tags" Target="../tags/tag204.xml"/><Relationship Id="rId15" Type="http://schemas.openxmlformats.org/officeDocument/2006/relationships/tags" Target="../tags/tag203.xml"/><Relationship Id="rId14" Type="http://schemas.openxmlformats.org/officeDocument/2006/relationships/tags" Target="../tags/tag202.xml"/><Relationship Id="rId13" Type="http://schemas.openxmlformats.org/officeDocument/2006/relationships/tags" Target="../tags/tag201.xml"/><Relationship Id="rId12" Type="http://schemas.openxmlformats.org/officeDocument/2006/relationships/tags" Target="../tags/tag200.xml"/><Relationship Id="rId11" Type="http://schemas.openxmlformats.org/officeDocument/2006/relationships/tags" Target="../tags/tag199.xml"/><Relationship Id="rId10" Type="http://schemas.openxmlformats.org/officeDocument/2006/relationships/tags" Target="../tags/tag198.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tags" Target="../tags/tag265.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3" name="PA-任意多边形 64"/>
          <p:cNvSpPr/>
          <p:nvPr userDrawn="1">
            <p:custDataLst>
              <p:tags r:id="rId2"/>
            </p:custDataLst>
          </p:nvPr>
        </p:nvSpPr>
        <p:spPr>
          <a:xfrm rot="12960000">
            <a:off x="14109516" y="9692243"/>
            <a:ext cx="217973" cy="192573"/>
          </a:xfrm>
          <a:custGeom>
            <a:avLst/>
            <a:gdLst>
              <a:gd name="connsiteX0" fmla="*/ 199847 w 260579"/>
              <a:gd name="connsiteY0" fmla="*/ 199848 h 230214"/>
              <a:gd name="connsiteX1" fmla="*/ 230333 w 260579"/>
              <a:gd name="connsiteY1" fmla="*/ 199848 h 230214"/>
              <a:gd name="connsiteX2" fmla="*/ 260579 w 260579"/>
              <a:gd name="connsiteY2" fmla="*/ 230214 h 230214"/>
              <a:gd name="connsiteX3" fmla="*/ 230093 w 260579"/>
              <a:gd name="connsiteY3" fmla="*/ 230214 h 230214"/>
              <a:gd name="connsiteX4" fmla="*/ 30246 w 260579"/>
              <a:gd name="connsiteY4" fmla="*/ 199848 h 230214"/>
              <a:gd name="connsiteX5" fmla="*/ 60732 w 260579"/>
              <a:gd name="connsiteY5" fmla="*/ 199848 h 230214"/>
              <a:gd name="connsiteX6" fmla="*/ 30486 w 260579"/>
              <a:gd name="connsiteY6" fmla="*/ 230214 h 230214"/>
              <a:gd name="connsiteX7" fmla="*/ 0 w 260579"/>
              <a:gd name="connsiteY7" fmla="*/ 230214 h 230214"/>
              <a:gd name="connsiteX8" fmla="*/ 159878 w 260579"/>
              <a:gd name="connsiteY8" fmla="*/ 159878 h 230214"/>
              <a:gd name="connsiteX9" fmla="*/ 190364 w 260579"/>
              <a:gd name="connsiteY9" fmla="*/ 159878 h 230214"/>
              <a:gd name="connsiteX10" fmla="*/ 220610 w 260579"/>
              <a:gd name="connsiteY10" fmla="*/ 190244 h 230214"/>
              <a:gd name="connsiteX11" fmla="*/ 190124 w 260579"/>
              <a:gd name="connsiteY11" fmla="*/ 190244 h 230214"/>
              <a:gd name="connsiteX12" fmla="*/ 70215 w 260579"/>
              <a:gd name="connsiteY12" fmla="*/ 159878 h 230214"/>
              <a:gd name="connsiteX13" fmla="*/ 100701 w 260579"/>
              <a:gd name="connsiteY13" fmla="*/ 159878 h 230214"/>
              <a:gd name="connsiteX14" fmla="*/ 70455 w 260579"/>
              <a:gd name="connsiteY14" fmla="*/ 190244 h 230214"/>
              <a:gd name="connsiteX15" fmla="*/ 39969 w 260579"/>
              <a:gd name="connsiteY15" fmla="*/ 190244 h 230214"/>
              <a:gd name="connsiteX16" fmla="*/ 110185 w 260579"/>
              <a:gd name="connsiteY16" fmla="*/ 119909 h 230214"/>
              <a:gd name="connsiteX17" fmla="*/ 119908 w 260579"/>
              <a:gd name="connsiteY17" fmla="*/ 119909 h 230214"/>
              <a:gd name="connsiteX18" fmla="*/ 140671 w 260579"/>
              <a:gd name="connsiteY18" fmla="*/ 119909 h 230214"/>
              <a:gd name="connsiteX19" fmla="*/ 150394 w 260579"/>
              <a:gd name="connsiteY19" fmla="*/ 119909 h 230214"/>
              <a:gd name="connsiteX20" fmla="*/ 180640 w 260579"/>
              <a:gd name="connsiteY20" fmla="*/ 150275 h 230214"/>
              <a:gd name="connsiteX21" fmla="*/ 150154 w 260579"/>
              <a:gd name="connsiteY21" fmla="*/ 150275 h 230214"/>
              <a:gd name="connsiteX22" fmla="*/ 130290 w 260579"/>
              <a:gd name="connsiteY22" fmla="*/ 130332 h 230214"/>
              <a:gd name="connsiteX23" fmla="*/ 110425 w 260579"/>
              <a:gd name="connsiteY23" fmla="*/ 150275 h 230214"/>
              <a:gd name="connsiteX24" fmla="*/ 79939 w 260579"/>
              <a:gd name="connsiteY24" fmla="*/ 150275 h 230214"/>
              <a:gd name="connsiteX25" fmla="*/ 79939 w 260579"/>
              <a:gd name="connsiteY25" fmla="*/ 79939 h 230214"/>
              <a:gd name="connsiteX26" fmla="*/ 110425 w 260579"/>
              <a:gd name="connsiteY26" fmla="*/ 79939 h 230214"/>
              <a:gd name="connsiteX27" fmla="*/ 130290 w 260579"/>
              <a:gd name="connsiteY27" fmla="*/ 99882 h 230214"/>
              <a:gd name="connsiteX28" fmla="*/ 150154 w 260579"/>
              <a:gd name="connsiteY28" fmla="*/ 79939 h 230214"/>
              <a:gd name="connsiteX29" fmla="*/ 180640 w 260579"/>
              <a:gd name="connsiteY29" fmla="*/ 79939 h 230214"/>
              <a:gd name="connsiteX30" fmla="*/ 150394 w 260579"/>
              <a:gd name="connsiteY30" fmla="*/ 110305 h 230214"/>
              <a:gd name="connsiteX31" fmla="*/ 140671 w 260579"/>
              <a:gd name="connsiteY31" fmla="*/ 110305 h 230214"/>
              <a:gd name="connsiteX32" fmla="*/ 119908 w 260579"/>
              <a:gd name="connsiteY32" fmla="*/ 110305 h 230214"/>
              <a:gd name="connsiteX33" fmla="*/ 110185 w 260579"/>
              <a:gd name="connsiteY33" fmla="*/ 110305 h 230214"/>
              <a:gd name="connsiteX34" fmla="*/ 190124 w 260579"/>
              <a:gd name="connsiteY34" fmla="*/ 39970 h 230214"/>
              <a:gd name="connsiteX35" fmla="*/ 220610 w 260579"/>
              <a:gd name="connsiteY35" fmla="*/ 39970 h 230214"/>
              <a:gd name="connsiteX36" fmla="*/ 190364 w 260579"/>
              <a:gd name="connsiteY36" fmla="*/ 70336 h 230214"/>
              <a:gd name="connsiteX37" fmla="*/ 159878 w 260579"/>
              <a:gd name="connsiteY37" fmla="*/ 70336 h 230214"/>
              <a:gd name="connsiteX38" fmla="*/ 39969 w 260579"/>
              <a:gd name="connsiteY38" fmla="*/ 39970 h 230214"/>
              <a:gd name="connsiteX39" fmla="*/ 70455 w 260579"/>
              <a:gd name="connsiteY39" fmla="*/ 39970 h 230214"/>
              <a:gd name="connsiteX40" fmla="*/ 100701 w 260579"/>
              <a:gd name="connsiteY40" fmla="*/ 70336 h 230214"/>
              <a:gd name="connsiteX41" fmla="*/ 70215 w 260579"/>
              <a:gd name="connsiteY41" fmla="*/ 70336 h 230214"/>
              <a:gd name="connsiteX42" fmla="*/ 230093 w 260579"/>
              <a:gd name="connsiteY42" fmla="*/ 0 h 230214"/>
              <a:gd name="connsiteX43" fmla="*/ 260579 w 260579"/>
              <a:gd name="connsiteY43" fmla="*/ 0 h 230214"/>
              <a:gd name="connsiteX44" fmla="*/ 230333 w 260579"/>
              <a:gd name="connsiteY44" fmla="*/ 30366 h 230214"/>
              <a:gd name="connsiteX45" fmla="*/ 199847 w 260579"/>
              <a:gd name="connsiteY45" fmla="*/ 30366 h 230214"/>
              <a:gd name="connsiteX46" fmla="*/ 0 w 260579"/>
              <a:gd name="connsiteY46" fmla="*/ 0 h 230214"/>
              <a:gd name="connsiteX47" fmla="*/ 30486 w 260579"/>
              <a:gd name="connsiteY47" fmla="*/ 0 h 230214"/>
              <a:gd name="connsiteX48" fmla="*/ 60732 w 260579"/>
              <a:gd name="connsiteY48" fmla="*/ 30366 h 230214"/>
              <a:gd name="connsiteX49" fmla="*/ 30246 w 260579"/>
              <a:gd name="connsiteY49" fmla="*/ 30366 h 23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260579" h="230214">
                <a:moveTo>
                  <a:pt x="199847" y="199848"/>
                </a:moveTo>
                <a:lnTo>
                  <a:pt x="230333" y="199848"/>
                </a:lnTo>
                <a:lnTo>
                  <a:pt x="260579" y="230214"/>
                </a:lnTo>
                <a:lnTo>
                  <a:pt x="230093" y="230214"/>
                </a:lnTo>
                <a:close/>
                <a:moveTo>
                  <a:pt x="30246" y="199848"/>
                </a:moveTo>
                <a:lnTo>
                  <a:pt x="60732" y="199848"/>
                </a:lnTo>
                <a:lnTo>
                  <a:pt x="30486" y="230214"/>
                </a:lnTo>
                <a:lnTo>
                  <a:pt x="0" y="230214"/>
                </a:lnTo>
                <a:close/>
                <a:moveTo>
                  <a:pt x="159878" y="159878"/>
                </a:moveTo>
                <a:lnTo>
                  <a:pt x="190364" y="159878"/>
                </a:lnTo>
                <a:lnTo>
                  <a:pt x="220610" y="190244"/>
                </a:lnTo>
                <a:lnTo>
                  <a:pt x="190124" y="190244"/>
                </a:lnTo>
                <a:close/>
                <a:moveTo>
                  <a:pt x="70215" y="159878"/>
                </a:moveTo>
                <a:lnTo>
                  <a:pt x="100701" y="159878"/>
                </a:lnTo>
                <a:lnTo>
                  <a:pt x="70455" y="190244"/>
                </a:lnTo>
                <a:lnTo>
                  <a:pt x="39969" y="190244"/>
                </a:lnTo>
                <a:close/>
                <a:moveTo>
                  <a:pt x="110185" y="119909"/>
                </a:moveTo>
                <a:lnTo>
                  <a:pt x="119908" y="119909"/>
                </a:lnTo>
                <a:lnTo>
                  <a:pt x="140671" y="119909"/>
                </a:lnTo>
                <a:lnTo>
                  <a:pt x="150394" y="119909"/>
                </a:lnTo>
                <a:lnTo>
                  <a:pt x="180640" y="150275"/>
                </a:lnTo>
                <a:lnTo>
                  <a:pt x="150154" y="150275"/>
                </a:lnTo>
                <a:lnTo>
                  <a:pt x="130290" y="130332"/>
                </a:lnTo>
                <a:lnTo>
                  <a:pt x="110425" y="150275"/>
                </a:lnTo>
                <a:lnTo>
                  <a:pt x="79939" y="150275"/>
                </a:lnTo>
                <a:close/>
                <a:moveTo>
                  <a:pt x="79939" y="79939"/>
                </a:moveTo>
                <a:lnTo>
                  <a:pt x="110425" y="79939"/>
                </a:lnTo>
                <a:lnTo>
                  <a:pt x="130290" y="99882"/>
                </a:lnTo>
                <a:lnTo>
                  <a:pt x="150154" y="79939"/>
                </a:lnTo>
                <a:lnTo>
                  <a:pt x="180640" y="79939"/>
                </a:lnTo>
                <a:lnTo>
                  <a:pt x="150394" y="110305"/>
                </a:lnTo>
                <a:lnTo>
                  <a:pt x="140671" y="110305"/>
                </a:lnTo>
                <a:lnTo>
                  <a:pt x="119908" y="110305"/>
                </a:lnTo>
                <a:lnTo>
                  <a:pt x="110185" y="110305"/>
                </a:lnTo>
                <a:close/>
                <a:moveTo>
                  <a:pt x="190124" y="39970"/>
                </a:moveTo>
                <a:lnTo>
                  <a:pt x="220610" y="39970"/>
                </a:lnTo>
                <a:lnTo>
                  <a:pt x="190364" y="70336"/>
                </a:lnTo>
                <a:lnTo>
                  <a:pt x="159878" y="70336"/>
                </a:lnTo>
                <a:close/>
                <a:moveTo>
                  <a:pt x="39969" y="39970"/>
                </a:moveTo>
                <a:lnTo>
                  <a:pt x="70455" y="39970"/>
                </a:lnTo>
                <a:lnTo>
                  <a:pt x="100701" y="70336"/>
                </a:lnTo>
                <a:lnTo>
                  <a:pt x="70215" y="70336"/>
                </a:lnTo>
                <a:close/>
                <a:moveTo>
                  <a:pt x="230093" y="0"/>
                </a:moveTo>
                <a:lnTo>
                  <a:pt x="260579" y="0"/>
                </a:lnTo>
                <a:lnTo>
                  <a:pt x="230333" y="30366"/>
                </a:lnTo>
                <a:lnTo>
                  <a:pt x="199847" y="30366"/>
                </a:lnTo>
                <a:close/>
                <a:moveTo>
                  <a:pt x="0" y="0"/>
                </a:moveTo>
                <a:lnTo>
                  <a:pt x="30486" y="0"/>
                </a:lnTo>
                <a:lnTo>
                  <a:pt x="60732" y="30366"/>
                </a:lnTo>
                <a:lnTo>
                  <a:pt x="30246" y="30366"/>
                </a:lnTo>
                <a:close/>
              </a:path>
            </a:pathLst>
          </a:custGeom>
          <a:solidFill>
            <a:schemeClr val="accent2">
              <a:alpha val="21445"/>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6" name="author"/>
          <p:cNvSpPr/>
          <p:nvPr userDrawn="1"/>
        </p:nvSpPr>
        <p:spPr>
          <a:xfrm>
            <a:off x="4886133" y="4697730"/>
            <a:ext cx="2057400" cy="318770"/>
          </a:xfrm>
          <a:prstGeom prst="hexagon">
            <a:avLst>
              <a:gd name="adj" fmla="val 44088"/>
              <a:gd name="vf" fmla="val 115470"/>
            </a:avLst>
          </a:prstGeom>
          <a:solidFill>
            <a:schemeClr val="accent5">
              <a:lumMod val="20000"/>
              <a:lumOff val="80000"/>
              <a:alpha val="8000"/>
            </a:schemeClr>
          </a:solidFill>
          <a:ln w="6350">
            <a:gradFill>
              <a:gsLst>
                <a:gs pos="84000">
                  <a:srgbClr val="269EDF">
                    <a:alpha val="0"/>
                  </a:srgbClr>
                </a:gs>
                <a:gs pos="16000">
                  <a:srgbClr val="269EDF">
                    <a:alpha val="0"/>
                  </a:srgbClr>
                </a:gs>
                <a:gs pos="0">
                  <a:srgbClr val="00FFFF"/>
                </a:gs>
                <a:gs pos="100000">
                  <a:srgbClr val="00FFFF"/>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dirty="0">
                <a:latin typeface="微软雅黑" panose="020B0503020204020204" pitchFamily="34" charset="-122"/>
                <a:ea typeface="微软雅黑" panose="020B0503020204020204" pitchFamily="34" charset="-122"/>
              </a:rPr>
              <a:t>王大锤</a:t>
            </a:r>
            <a:endParaRPr lang="zh-CN" altLang="en-US" dirty="0">
              <a:latin typeface="微软雅黑" panose="020B0503020204020204" pitchFamily="34" charset="-122"/>
              <a:ea typeface="微软雅黑" panose="020B0503020204020204" pitchFamily="34" charset="-122"/>
            </a:endParaRPr>
          </a:p>
        </p:txBody>
      </p:sp>
      <p:sp>
        <p:nvSpPr>
          <p:cNvPr id="10" name="title"/>
          <p:cNvSpPr txBox="1"/>
          <p:nvPr/>
        </p:nvSpPr>
        <p:spPr>
          <a:xfrm>
            <a:off x="2049780" y="1536700"/>
            <a:ext cx="8091805" cy="1322070"/>
          </a:xfrm>
          <a:prstGeom prst="rect">
            <a:avLst/>
          </a:prstGeom>
          <a:noFill/>
        </p:spPr>
        <p:txBody>
          <a:bodyPr wrap="square" rtlCol="0">
            <a:spAutoFit/>
          </a:bodyPr>
          <a:lstStyle/>
          <a:p>
            <a:pPr algn="ctr">
              <a:lnSpc>
                <a:spcPct val="100000"/>
              </a:lnSpc>
            </a:pPr>
            <a:r>
              <a:rPr lang="zh-CN" altLang="en-US" sz="8000" spc="800" dirty="0">
                <a:gradFill flip="none" rotWithShape="1">
                  <a:gsLst>
                    <a:gs pos="0">
                      <a:schemeClr val="accent5">
                        <a:lumMod val="20000"/>
                        <a:lumOff val="80000"/>
                      </a:schemeClr>
                    </a:gs>
                    <a:gs pos="100000">
                      <a:srgbClr val="00FFFF"/>
                    </a:gs>
                  </a:gsLst>
                  <a:lin ang="5400000" scaled="0"/>
                </a:gradFill>
                <a:effectLst>
                  <a:reflection blurRad="101600" stA="25000" endPos="36000" dist="12700" dir="5400000" sy="-100000" algn="bl" rotWithShape="0"/>
                </a:effectLst>
                <a:latin typeface="思源宋体 CN Heavy" pitchFamily="18" charset="-122"/>
                <a:ea typeface="思源宋体 CN Heavy" pitchFamily="18" charset="-122"/>
                <a:cs typeface="思源宋体 CN Heavy" pitchFamily="18" charset="-122"/>
                <a:sym typeface="+mn-ea"/>
              </a:rPr>
              <a:t>大模型应用场景</a:t>
            </a:r>
            <a:endParaRPr lang="zh-CN" altLang="en-US" sz="8000" spc="800" dirty="0">
              <a:gradFill flip="none" rotWithShape="1">
                <a:gsLst>
                  <a:gs pos="0">
                    <a:schemeClr val="accent5">
                      <a:lumMod val="20000"/>
                      <a:lumOff val="80000"/>
                    </a:schemeClr>
                  </a:gs>
                  <a:gs pos="100000">
                    <a:srgbClr val="00FFFF"/>
                  </a:gs>
                </a:gsLst>
                <a:lin ang="5400000" scaled="0"/>
              </a:gradFill>
              <a:effectLst>
                <a:reflection blurRad="101600" stA="25000" endPos="36000" dist="12700" dir="5400000" sy="-100000" algn="bl" rotWithShape="0"/>
              </a:effectLst>
              <a:latin typeface="思源宋体 CN Heavy" pitchFamily="18" charset="-122"/>
              <a:ea typeface="思源宋体 CN Heavy" pitchFamily="18" charset="-122"/>
              <a:cs typeface="思源宋体 CN Heavy" pitchFamily="18" charset="-122"/>
              <a:sym typeface="+mn-ea"/>
            </a:endParaRPr>
          </a:p>
        </p:txBody>
      </p:sp>
      <p:sp>
        <p:nvSpPr>
          <p:cNvPr id="6" name="description"/>
          <p:cNvSpPr txBox="1"/>
          <p:nvPr/>
        </p:nvSpPr>
        <p:spPr>
          <a:xfrm>
            <a:off x="3376930" y="2858770"/>
            <a:ext cx="5537835" cy="880745"/>
          </a:xfrm>
          <a:prstGeom prst="rect">
            <a:avLst/>
          </a:prstGeom>
          <a:noFill/>
        </p:spPr>
        <p:txBody>
          <a:bodyPr wrap="square" rtlCol="0">
            <a:noAutofit/>
          </a:bodyPr>
          <a:lstStyle/>
          <a:p>
            <a:pPr algn="ctr">
              <a:lnSpc>
                <a:spcPct val="130000"/>
              </a:lnSpc>
            </a:pPr>
            <a:r>
              <a:rPr lang="zh-CN" altLang="en-US" sz="2000" dirty="0">
                <a:solidFill>
                  <a:schemeClr val="bg1"/>
                </a:solidFill>
                <a:latin typeface="微软雅黑" panose="020B0503020204020204" pitchFamily="34" charset="-122"/>
                <a:ea typeface="微软雅黑" panose="020B0503020204020204" pitchFamily="34" charset="-122"/>
              </a:rPr>
              <a:t>带来了前所未有的机会和挑战，同时也为我们带来了更多、更丰富的艺术体验</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advTm="5000">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afterEffect">
                                  <p:stCondLst>
                                    <p:cond delay="0"/>
                                  </p:stCondLst>
                                  <p:childTnLst>
                                    <p:set>
                                      <p:cBhvr>
                                        <p:cTn id="6" dur="1000" fill="hold">
                                          <p:stCondLst>
                                            <p:cond delay="0"/>
                                          </p:stCondLst>
                                        </p:cTn>
                                        <p:tgtEl>
                                          <p:spTgt spid="10"/>
                                        </p:tgtEl>
                                        <p:attrNameLst>
                                          <p:attrName>style.visibility</p:attrName>
                                        </p:attrNameLst>
                                      </p:cBhvr>
                                      <p:to>
                                        <p:strVal val="visible"/>
                                      </p:to>
                                    </p:set>
                                    <p:animEffect transition="in" filter="wedge">
                                      <p:cBhvr>
                                        <p:cTn id="7" dur="1000"/>
                                        <p:tgtEl>
                                          <p:spTgt spid="10"/>
                                        </p:tgtEl>
                                      </p:cBhvr>
                                    </p:animEffect>
                                  </p:childTnLst>
                                </p:cTn>
                              </p:par>
                            </p:childTnLst>
                          </p:cTn>
                        </p:par>
                        <p:par>
                          <p:cTn id="8" fill="hold">
                            <p:stCondLst>
                              <p:cond delay="1000"/>
                            </p:stCondLst>
                            <p:childTnLst>
                              <p:par>
                                <p:cTn id="9" presetID="1"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par>
                          <p:cTn id="11" fill="hold">
                            <p:stCondLst>
                              <p:cond delay="1000"/>
                            </p:stCondLst>
                            <p:childTnLst>
                              <p:par>
                                <p:cTn id="12" presetID="2" presetClass="entr" presetSubtype="4" fill="hold" grpId="0" nodeType="afterEffect">
                                  <p:stCondLst>
                                    <p:cond delay="0"/>
                                  </p:stCondLst>
                                  <p:childTnLst>
                                    <p:set>
                                      <p:cBhvr>
                                        <p:cTn id="13" dur="1" fill="hold">
                                          <p:stCondLst>
                                            <p:cond delay="0"/>
                                          </p:stCondLst>
                                        </p:cTn>
                                        <p:tgtEl>
                                          <p:spTgt spid="36"/>
                                        </p:tgtEl>
                                        <p:attrNameLst>
                                          <p:attrName>style.visibility</p:attrName>
                                        </p:attrNameLst>
                                      </p:cBhvr>
                                      <p:to>
                                        <p:strVal val="visible"/>
                                      </p:to>
                                    </p:set>
                                    <p:anim calcmode="lin" valueType="num">
                                      <p:cBhvr additive="base">
                                        <p:cTn id="14" dur="500" fill="hold"/>
                                        <p:tgtEl>
                                          <p:spTgt spid="36"/>
                                        </p:tgtEl>
                                        <p:attrNameLst>
                                          <p:attrName>ppt_x</p:attrName>
                                        </p:attrNameLst>
                                      </p:cBhvr>
                                      <p:tavLst>
                                        <p:tav tm="0">
                                          <p:val>
                                            <p:strVal val="#ppt_x"/>
                                          </p:val>
                                        </p:tav>
                                        <p:tav tm="100000">
                                          <p:val>
                                            <p:strVal val="#ppt_x"/>
                                          </p:val>
                                        </p:tav>
                                      </p:tavLst>
                                    </p:anim>
                                    <p:anim calcmode="lin" valueType="num">
                                      <p:cBhvr additive="base">
                                        <p:cTn id="15"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bldLvl="0" animBg="1"/>
      <p:bldP spid="10"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grpSp>
        <p:nvGrpSpPr>
          <p:cNvPr id="5" name="组合 4"/>
          <p:cNvGrpSpPr/>
          <p:nvPr/>
        </p:nvGrpSpPr>
        <p:grpSpPr>
          <a:xfrm>
            <a:off x="-163830" y="726440"/>
            <a:ext cx="11280140" cy="5403850"/>
            <a:chOff x="-258" y="1144"/>
            <a:chExt cx="17764" cy="8510"/>
          </a:xfrm>
        </p:grpSpPr>
        <p:pic>
          <p:nvPicPr>
            <p:cNvPr id="73" name="图片 72"/>
            <p:cNvPicPr>
              <a:picLocks noChangeAspect="1"/>
            </p:cNvPicPr>
            <p:nvPr userDrawn="1">
              <p:custDataLst>
                <p:tags r:id="rId2"/>
              </p:custDataLst>
            </p:nvPr>
          </p:nvPicPr>
          <p:blipFill>
            <a:blip r:embed="rId3">
              <a:alphaModFix amt="30000"/>
            </a:blip>
            <a:stretch>
              <a:fillRect/>
            </a:stretch>
          </p:blipFill>
          <p:spPr>
            <a:xfrm flipH="1">
              <a:off x="-258" y="3132"/>
              <a:ext cx="3005" cy="4524"/>
            </a:xfrm>
            <a:prstGeom prst="rect">
              <a:avLst/>
            </a:prstGeom>
            <a:scene3d>
              <a:camera prst="perspectiveLeft" fov="4200000">
                <a:rot lat="0" lon="1800000" rev="0"/>
              </a:camera>
              <a:lightRig rig="threePt" dir="t"/>
            </a:scene3d>
          </p:spPr>
        </p:pic>
        <p:sp>
          <p:nvSpPr>
            <p:cNvPr id="53" name="梯形 52"/>
            <p:cNvSpPr/>
            <p:nvPr userDrawn="1"/>
          </p:nvSpPr>
          <p:spPr>
            <a:xfrm rot="5400000" flipV="1">
              <a:off x="4527" y="-3325"/>
              <a:ext cx="8511" cy="17449"/>
            </a:xfrm>
            <a:prstGeom prst="trapezoid">
              <a:avLst>
                <a:gd name="adj" fmla="val 25000"/>
              </a:avLst>
            </a:prstGeom>
            <a:gradFill flip="none" rotWithShape="1">
              <a:gsLst>
                <a:gs pos="0">
                  <a:schemeClr val="accent3">
                    <a:alpha val="10000"/>
                  </a:schemeClr>
                </a:gs>
                <a:gs pos="100000">
                  <a:schemeClr val="accent3">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5" name="image"/>
          <p:cNvGrpSpPr/>
          <p:nvPr/>
        </p:nvGrpSpPr>
        <p:grpSpPr>
          <a:xfrm>
            <a:off x="362585" y="932815"/>
            <a:ext cx="4984750" cy="4984750"/>
            <a:chOff x="1364" y="1475"/>
            <a:chExt cx="7850" cy="7850"/>
          </a:xfrm>
        </p:grpSpPr>
        <p:grpSp>
          <p:nvGrpSpPr>
            <p:cNvPr id="6" name="组合 5"/>
            <p:cNvGrpSpPr/>
            <p:nvPr userDrawn="1"/>
          </p:nvGrpSpPr>
          <p:grpSpPr>
            <a:xfrm>
              <a:off x="1364" y="1475"/>
              <a:ext cx="7850" cy="7850"/>
              <a:chOff x="3625491" y="388909"/>
              <a:chExt cx="4107640" cy="4107640"/>
            </a:xfrm>
          </p:grpSpPr>
          <p:sp>
            <p:nvSpPr>
              <p:cNvPr id="7" name="椭圆 6"/>
              <p:cNvSpPr/>
              <p:nvPr userDrawn="1">
                <p:custDataLst>
                  <p:tags r:id="rId4"/>
                </p:custDataLst>
              </p:nvPr>
            </p:nvSpPr>
            <p:spPr>
              <a:xfrm>
                <a:off x="4812143" y="1575561"/>
                <a:ext cx="1734337" cy="1734337"/>
              </a:xfrm>
              <a:prstGeom prst="ellipse">
                <a:avLst/>
              </a:prstGeom>
              <a:gradFill flip="none" rotWithShape="1">
                <a:gsLst>
                  <a:gs pos="14000">
                    <a:schemeClr val="accent3">
                      <a:lumMod val="100000"/>
                      <a:alpha val="10000"/>
                    </a:schemeClr>
                  </a:gs>
                  <a:gs pos="100000">
                    <a:srgbClr val="00FFFF">
                      <a:alpha val="1000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custDataLst>
                  <p:tags r:id="rId5"/>
                </p:custDataLst>
              </p:nvPr>
            </p:nvSpPr>
            <p:spPr>
              <a:xfrm>
                <a:off x="3625491" y="388909"/>
                <a:ext cx="4107640" cy="410764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6"/>
              <p:cNvSpPr/>
              <p:nvPr>
                <p:custDataLst>
                  <p:tags r:id="rId6"/>
                </p:custDataLst>
              </p:nvPr>
            </p:nvSpPr>
            <p:spPr>
              <a:xfrm>
                <a:off x="4461346" y="1129018"/>
                <a:ext cx="2435929" cy="2627421"/>
              </a:xfrm>
              <a:custGeom>
                <a:avLst/>
                <a:gdLst>
                  <a:gd name="connsiteX0" fmla="*/ 1921397 w 3842796"/>
                  <a:gd name="connsiteY0" fmla="*/ 487443 h 4144884"/>
                  <a:gd name="connsiteX1" fmla="*/ 336398 w 3842796"/>
                  <a:gd name="connsiteY1" fmla="*/ 2072442 h 4144884"/>
                  <a:gd name="connsiteX2" fmla="*/ 1921397 w 3842796"/>
                  <a:gd name="connsiteY2" fmla="*/ 3657441 h 4144884"/>
                  <a:gd name="connsiteX3" fmla="*/ 3506396 w 3842796"/>
                  <a:gd name="connsiteY3" fmla="*/ 2072442 h 4144884"/>
                  <a:gd name="connsiteX4" fmla="*/ 1921397 w 3842796"/>
                  <a:gd name="connsiteY4" fmla="*/ 487443 h 4144884"/>
                  <a:gd name="connsiteX5" fmla="*/ 1921396 w 3842796"/>
                  <a:gd name="connsiteY5" fmla="*/ 0 h 4144884"/>
                  <a:gd name="connsiteX6" fmla="*/ 2133291 w 3842796"/>
                  <a:gd name="connsiteY6" fmla="*/ 10699 h 4144884"/>
                  <a:gd name="connsiteX7" fmla="*/ 2155049 w 3842796"/>
                  <a:gd name="connsiteY7" fmla="*/ 14020 h 4144884"/>
                  <a:gd name="connsiteX8" fmla="*/ 2239850 w 3842796"/>
                  <a:gd name="connsiteY8" fmla="*/ 179584 h 4144884"/>
                  <a:gd name="connsiteX9" fmla="*/ 2308627 w 3842796"/>
                  <a:gd name="connsiteY9" fmla="*/ 190081 h 4144884"/>
                  <a:gd name="connsiteX10" fmla="*/ 3280032 w 3842796"/>
                  <a:gd name="connsiteY10" fmla="*/ 713809 h 4144884"/>
                  <a:gd name="connsiteX11" fmla="*/ 3403902 w 3842796"/>
                  <a:gd name="connsiteY11" fmla="*/ 850101 h 4144884"/>
                  <a:gd name="connsiteX12" fmla="*/ 3585498 w 3842796"/>
                  <a:gd name="connsiteY12" fmla="*/ 840969 h 4144884"/>
                  <a:gd name="connsiteX13" fmla="*/ 3639898 w 3842796"/>
                  <a:gd name="connsiteY13" fmla="*/ 913720 h 4144884"/>
                  <a:gd name="connsiteX14" fmla="*/ 3743707 w 3842796"/>
                  <a:gd name="connsiteY14" fmla="*/ 1084593 h 4144884"/>
                  <a:gd name="connsiteX15" fmla="*/ 3821093 w 3842796"/>
                  <a:gd name="connsiteY15" fmla="*/ 1245235 h 4144884"/>
                  <a:gd name="connsiteX16" fmla="*/ 3720010 w 3842796"/>
                  <a:gd name="connsiteY16" fmla="*/ 1401613 h 4144884"/>
                  <a:gd name="connsiteX17" fmla="*/ 3756414 w 3842796"/>
                  <a:gd name="connsiteY17" fmla="*/ 1501077 h 4144884"/>
                  <a:gd name="connsiteX18" fmla="*/ 3842796 w 3842796"/>
                  <a:gd name="connsiteY18" fmla="*/ 2072442 h 4144884"/>
                  <a:gd name="connsiteX19" fmla="*/ 3726206 w 3842796"/>
                  <a:gd name="connsiteY19" fmla="*/ 2733083 h 4144884"/>
                  <a:gd name="connsiteX20" fmla="*/ 3721203 w 3842796"/>
                  <a:gd name="connsiteY20" fmla="*/ 2745120 h 4144884"/>
                  <a:gd name="connsiteX21" fmla="*/ 3821091 w 3842796"/>
                  <a:gd name="connsiteY21" fmla="*/ 2899649 h 4144884"/>
                  <a:gd name="connsiteX22" fmla="*/ 3743706 w 3842796"/>
                  <a:gd name="connsiteY22" fmla="*/ 3060291 h 4144884"/>
                  <a:gd name="connsiteX23" fmla="*/ 3639898 w 3842796"/>
                  <a:gd name="connsiteY23" fmla="*/ 3231163 h 4144884"/>
                  <a:gd name="connsiteX24" fmla="*/ 3585495 w 3842796"/>
                  <a:gd name="connsiteY24" fmla="*/ 3303915 h 4144884"/>
                  <a:gd name="connsiteX25" fmla="*/ 3403904 w 3842796"/>
                  <a:gd name="connsiteY25" fmla="*/ 3294784 h 4144884"/>
                  <a:gd name="connsiteX26" fmla="*/ 3296233 w 3842796"/>
                  <a:gd name="connsiteY26" fmla="*/ 3414680 h 4144884"/>
                  <a:gd name="connsiteX27" fmla="*/ 2308627 w 3842796"/>
                  <a:gd name="connsiteY27" fmla="*/ 3954804 h 4144884"/>
                  <a:gd name="connsiteX28" fmla="*/ 2239851 w 3842796"/>
                  <a:gd name="connsiteY28" fmla="*/ 3965301 h 4144884"/>
                  <a:gd name="connsiteX29" fmla="*/ 2155050 w 3842796"/>
                  <a:gd name="connsiteY29" fmla="*/ 4130863 h 4144884"/>
                  <a:gd name="connsiteX30" fmla="*/ 2133292 w 3842796"/>
                  <a:gd name="connsiteY30" fmla="*/ 4134183 h 4144884"/>
                  <a:gd name="connsiteX31" fmla="*/ 1921397 w 3842796"/>
                  <a:gd name="connsiteY31" fmla="*/ 4144884 h 4144884"/>
                  <a:gd name="connsiteX32" fmla="*/ 1709502 w 3842796"/>
                  <a:gd name="connsiteY32" fmla="*/ 4134183 h 4144884"/>
                  <a:gd name="connsiteX33" fmla="*/ 1687746 w 3842796"/>
                  <a:gd name="connsiteY33" fmla="*/ 4130862 h 4144884"/>
                  <a:gd name="connsiteX34" fmla="*/ 1602946 w 3842796"/>
                  <a:gd name="connsiteY34" fmla="*/ 3965301 h 4144884"/>
                  <a:gd name="connsiteX35" fmla="*/ 1534169 w 3842796"/>
                  <a:gd name="connsiteY35" fmla="*/ 3954804 h 4144884"/>
                  <a:gd name="connsiteX36" fmla="*/ 562765 w 3842796"/>
                  <a:gd name="connsiteY36" fmla="*/ 3431076 h 4144884"/>
                  <a:gd name="connsiteX37" fmla="*/ 438895 w 3842796"/>
                  <a:gd name="connsiteY37" fmla="*/ 3294785 h 4144884"/>
                  <a:gd name="connsiteX38" fmla="*/ 257297 w 3842796"/>
                  <a:gd name="connsiteY38" fmla="*/ 3303916 h 4144884"/>
                  <a:gd name="connsiteX39" fmla="*/ 202894 w 3842796"/>
                  <a:gd name="connsiteY39" fmla="*/ 3231164 h 4144884"/>
                  <a:gd name="connsiteX40" fmla="*/ 99087 w 3842796"/>
                  <a:gd name="connsiteY40" fmla="*/ 3060292 h 4144884"/>
                  <a:gd name="connsiteX41" fmla="*/ 21702 w 3842796"/>
                  <a:gd name="connsiteY41" fmla="*/ 2899650 h 4144884"/>
                  <a:gd name="connsiteX42" fmla="*/ 122786 w 3842796"/>
                  <a:gd name="connsiteY42" fmla="*/ 2743270 h 4144884"/>
                  <a:gd name="connsiteX43" fmla="*/ 86382 w 3842796"/>
                  <a:gd name="connsiteY43" fmla="*/ 2643807 h 4144884"/>
                  <a:gd name="connsiteX44" fmla="*/ 0 w 3842796"/>
                  <a:gd name="connsiteY44" fmla="*/ 2072442 h 4144884"/>
                  <a:gd name="connsiteX45" fmla="*/ 86382 w 3842796"/>
                  <a:gd name="connsiteY45" fmla="*/ 1501077 h 4144884"/>
                  <a:gd name="connsiteX46" fmla="*/ 122786 w 3842796"/>
                  <a:gd name="connsiteY46" fmla="*/ 1401614 h 4144884"/>
                  <a:gd name="connsiteX47" fmla="*/ 21701 w 3842796"/>
                  <a:gd name="connsiteY47" fmla="*/ 1245233 h 4144884"/>
                  <a:gd name="connsiteX48" fmla="*/ 99087 w 3842796"/>
                  <a:gd name="connsiteY48" fmla="*/ 1084592 h 4144884"/>
                  <a:gd name="connsiteX49" fmla="*/ 202894 w 3842796"/>
                  <a:gd name="connsiteY49" fmla="*/ 913719 h 4144884"/>
                  <a:gd name="connsiteX50" fmla="*/ 257296 w 3842796"/>
                  <a:gd name="connsiteY50" fmla="*/ 840968 h 4144884"/>
                  <a:gd name="connsiteX51" fmla="*/ 438894 w 3842796"/>
                  <a:gd name="connsiteY51" fmla="*/ 850100 h 4144884"/>
                  <a:gd name="connsiteX52" fmla="*/ 562765 w 3842796"/>
                  <a:gd name="connsiteY52" fmla="*/ 713809 h 4144884"/>
                  <a:gd name="connsiteX53" fmla="*/ 1534169 w 3842796"/>
                  <a:gd name="connsiteY53" fmla="*/ 190081 h 4144884"/>
                  <a:gd name="connsiteX54" fmla="*/ 1602944 w 3842796"/>
                  <a:gd name="connsiteY54" fmla="*/ 179584 h 4144884"/>
                  <a:gd name="connsiteX55" fmla="*/ 1687745 w 3842796"/>
                  <a:gd name="connsiteY55" fmla="*/ 14019 h 4144884"/>
                  <a:gd name="connsiteX56" fmla="*/ 1709501 w 3842796"/>
                  <a:gd name="connsiteY56" fmla="*/ 10699 h 4144884"/>
                  <a:gd name="connsiteX57" fmla="*/ 1921396 w 3842796"/>
                  <a:gd name="connsiteY57" fmla="*/ 0 h 4144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842796" h="4144884">
                    <a:moveTo>
                      <a:pt x="1921397" y="487443"/>
                    </a:moveTo>
                    <a:cubicBezTo>
                      <a:pt x="1046026" y="487443"/>
                      <a:pt x="336398" y="1197071"/>
                      <a:pt x="336398" y="2072442"/>
                    </a:cubicBezTo>
                    <a:cubicBezTo>
                      <a:pt x="336398" y="2947813"/>
                      <a:pt x="1046026" y="3657441"/>
                      <a:pt x="1921397" y="3657441"/>
                    </a:cubicBezTo>
                    <a:cubicBezTo>
                      <a:pt x="2796768" y="3657441"/>
                      <a:pt x="3506396" y="2947813"/>
                      <a:pt x="3506396" y="2072442"/>
                    </a:cubicBezTo>
                    <a:cubicBezTo>
                      <a:pt x="3506396" y="1197071"/>
                      <a:pt x="2796768" y="487443"/>
                      <a:pt x="1921397" y="487443"/>
                    </a:cubicBezTo>
                    <a:close/>
                    <a:moveTo>
                      <a:pt x="1921396" y="0"/>
                    </a:moveTo>
                    <a:cubicBezTo>
                      <a:pt x="1992932" y="0"/>
                      <a:pt x="2063622" y="3624"/>
                      <a:pt x="2133291" y="10699"/>
                    </a:cubicBezTo>
                    <a:lnTo>
                      <a:pt x="2155049" y="14020"/>
                    </a:lnTo>
                    <a:lnTo>
                      <a:pt x="2239850" y="179584"/>
                    </a:lnTo>
                    <a:lnTo>
                      <a:pt x="2308627" y="190081"/>
                    </a:lnTo>
                    <a:cubicBezTo>
                      <a:pt x="2683862" y="266865"/>
                      <a:pt x="3019253" y="453030"/>
                      <a:pt x="3280032" y="713809"/>
                    </a:cubicBezTo>
                    <a:lnTo>
                      <a:pt x="3403902" y="850101"/>
                    </a:lnTo>
                    <a:lnTo>
                      <a:pt x="3585498" y="840969"/>
                    </a:lnTo>
                    <a:lnTo>
                      <a:pt x="3639898" y="913720"/>
                    </a:lnTo>
                    <a:cubicBezTo>
                      <a:pt x="3677143" y="968847"/>
                      <a:pt x="3711803" y="1025863"/>
                      <a:pt x="3743707" y="1084593"/>
                    </a:cubicBezTo>
                    <a:lnTo>
                      <a:pt x="3821093" y="1245235"/>
                    </a:lnTo>
                    <a:lnTo>
                      <a:pt x="3720010" y="1401613"/>
                    </a:lnTo>
                    <a:lnTo>
                      <a:pt x="3756414" y="1501077"/>
                    </a:lnTo>
                    <a:cubicBezTo>
                      <a:pt x="3812553" y="1681571"/>
                      <a:pt x="3842796" y="1873475"/>
                      <a:pt x="3842796" y="2072442"/>
                    </a:cubicBezTo>
                    <a:cubicBezTo>
                      <a:pt x="3842796" y="2304571"/>
                      <a:pt x="3801632" y="2527085"/>
                      <a:pt x="3726206" y="2733083"/>
                    </a:cubicBezTo>
                    <a:lnTo>
                      <a:pt x="3721203" y="2745120"/>
                    </a:lnTo>
                    <a:lnTo>
                      <a:pt x="3821091" y="2899649"/>
                    </a:lnTo>
                    <a:lnTo>
                      <a:pt x="3743706" y="3060291"/>
                    </a:lnTo>
                    <a:cubicBezTo>
                      <a:pt x="3711802" y="3119020"/>
                      <a:pt x="3677142" y="3176035"/>
                      <a:pt x="3639898" y="3231163"/>
                    </a:cubicBezTo>
                    <a:lnTo>
                      <a:pt x="3585495" y="3303915"/>
                    </a:lnTo>
                    <a:lnTo>
                      <a:pt x="3403904" y="3294784"/>
                    </a:lnTo>
                    <a:lnTo>
                      <a:pt x="3296233" y="3414680"/>
                    </a:lnTo>
                    <a:cubicBezTo>
                      <a:pt x="3033211" y="3684050"/>
                      <a:pt x="2691680" y="3876420"/>
                      <a:pt x="2308627" y="3954804"/>
                    </a:cubicBezTo>
                    <a:lnTo>
                      <a:pt x="2239851" y="3965301"/>
                    </a:lnTo>
                    <a:lnTo>
                      <a:pt x="2155050" y="4130863"/>
                    </a:lnTo>
                    <a:lnTo>
                      <a:pt x="2133292" y="4134183"/>
                    </a:lnTo>
                    <a:cubicBezTo>
                      <a:pt x="2063623" y="4141259"/>
                      <a:pt x="1992933" y="4144884"/>
                      <a:pt x="1921397" y="4144884"/>
                    </a:cubicBezTo>
                    <a:cubicBezTo>
                      <a:pt x="1849861" y="4144884"/>
                      <a:pt x="1779171" y="4141259"/>
                      <a:pt x="1709502" y="4134183"/>
                    </a:cubicBezTo>
                    <a:lnTo>
                      <a:pt x="1687746" y="4130862"/>
                    </a:lnTo>
                    <a:lnTo>
                      <a:pt x="1602946" y="3965301"/>
                    </a:lnTo>
                    <a:lnTo>
                      <a:pt x="1534169" y="3954804"/>
                    </a:lnTo>
                    <a:cubicBezTo>
                      <a:pt x="1158934" y="3878020"/>
                      <a:pt x="823543" y="3691855"/>
                      <a:pt x="562765" y="3431076"/>
                    </a:cubicBezTo>
                    <a:lnTo>
                      <a:pt x="438895" y="3294785"/>
                    </a:lnTo>
                    <a:lnTo>
                      <a:pt x="257297" y="3303916"/>
                    </a:lnTo>
                    <a:lnTo>
                      <a:pt x="202894" y="3231164"/>
                    </a:lnTo>
                    <a:cubicBezTo>
                      <a:pt x="165651" y="3176037"/>
                      <a:pt x="130991" y="3119021"/>
                      <a:pt x="99087" y="3060292"/>
                    </a:cubicBezTo>
                    <a:lnTo>
                      <a:pt x="21702" y="2899650"/>
                    </a:lnTo>
                    <a:lnTo>
                      <a:pt x="122786" y="2743270"/>
                    </a:lnTo>
                    <a:lnTo>
                      <a:pt x="86382" y="2643807"/>
                    </a:lnTo>
                    <a:cubicBezTo>
                      <a:pt x="30243" y="2463313"/>
                      <a:pt x="0" y="2271410"/>
                      <a:pt x="0" y="2072442"/>
                    </a:cubicBezTo>
                    <a:cubicBezTo>
                      <a:pt x="0" y="1873475"/>
                      <a:pt x="30243" y="1681571"/>
                      <a:pt x="86382" y="1501077"/>
                    </a:cubicBezTo>
                    <a:lnTo>
                      <a:pt x="122786" y="1401614"/>
                    </a:lnTo>
                    <a:lnTo>
                      <a:pt x="21701" y="1245233"/>
                    </a:lnTo>
                    <a:lnTo>
                      <a:pt x="99087" y="1084592"/>
                    </a:lnTo>
                    <a:cubicBezTo>
                      <a:pt x="130990" y="1025861"/>
                      <a:pt x="165651" y="968846"/>
                      <a:pt x="202894" y="913719"/>
                    </a:cubicBezTo>
                    <a:lnTo>
                      <a:pt x="257296" y="840968"/>
                    </a:lnTo>
                    <a:lnTo>
                      <a:pt x="438894" y="850100"/>
                    </a:lnTo>
                    <a:lnTo>
                      <a:pt x="562765" y="713809"/>
                    </a:lnTo>
                    <a:cubicBezTo>
                      <a:pt x="823543" y="453030"/>
                      <a:pt x="1158934" y="266865"/>
                      <a:pt x="1534169" y="190081"/>
                    </a:cubicBezTo>
                    <a:lnTo>
                      <a:pt x="1602944" y="179584"/>
                    </a:lnTo>
                    <a:lnTo>
                      <a:pt x="1687745" y="14019"/>
                    </a:lnTo>
                    <a:lnTo>
                      <a:pt x="1709501" y="10699"/>
                    </a:lnTo>
                    <a:cubicBezTo>
                      <a:pt x="1779170" y="3624"/>
                      <a:pt x="1849860" y="0"/>
                      <a:pt x="1921396" y="0"/>
                    </a:cubicBezTo>
                    <a:close/>
                  </a:path>
                </a:pathLst>
              </a:cu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10" name="椭圆 9"/>
              <p:cNvSpPr/>
              <p:nvPr>
                <p:custDataLst>
                  <p:tags r:id="rId7"/>
                </p:custDataLst>
              </p:nvPr>
            </p:nvSpPr>
            <p:spPr>
              <a:xfrm rot="16200000">
                <a:off x="3797500" y="560918"/>
                <a:ext cx="3763623" cy="3763623"/>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8"/>
              <p:cNvSpPr/>
              <p:nvPr>
                <p:custDataLst>
                  <p:tags r:id="rId8"/>
                </p:custDataLst>
              </p:nvPr>
            </p:nvSpPr>
            <p:spPr>
              <a:xfrm>
                <a:off x="4695647" y="1459065"/>
                <a:ext cx="1967329" cy="1967329"/>
              </a:xfrm>
              <a:custGeom>
                <a:avLst/>
                <a:gdLst>
                  <a:gd name="connsiteX0" fmla="*/ 1005224 w 3103556"/>
                  <a:gd name="connsiteY0" fmla="*/ 2952600 h 3103556"/>
                  <a:gd name="connsiteX1" fmla="*/ 1104315 w 3103556"/>
                  <a:gd name="connsiteY1" fmla="*/ 2988868 h 3103556"/>
                  <a:gd name="connsiteX2" fmla="*/ 1397927 w 3103556"/>
                  <a:gd name="connsiteY2" fmla="*/ 3048749 h 3103556"/>
                  <a:gd name="connsiteX3" fmla="*/ 1533779 w 3103556"/>
                  <a:gd name="connsiteY3" fmla="*/ 3055609 h 3103556"/>
                  <a:gd name="connsiteX4" fmla="*/ 1533779 w 3103556"/>
                  <a:gd name="connsiteY4" fmla="*/ 3103556 h 3103556"/>
                  <a:gd name="connsiteX5" fmla="*/ 1393025 w 3103556"/>
                  <a:gd name="connsiteY5" fmla="*/ 3096449 h 3103556"/>
                  <a:gd name="connsiteX6" fmla="*/ 1090057 w 3103556"/>
                  <a:gd name="connsiteY6" fmla="*/ 3034659 h 3103556"/>
                  <a:gd name="connsiteX7" fmla="*/ 987269 w 3103556"/>
                  <a:gd name="connsiteY7" fmla="*/ 2997039 h 3103556"/>
                  <a:gd name="connsiteX8" fmla="*/ 2123005 w 3103556"/>
                  <a:gd name="connsiteY8" fmla="*/ 2943570 h 3103556"/>
                  <a:gd name="connsiteX9" fmla="*/ 2141746 w 3103556"/>
                  <a:gd name="connsiteY9" fmla="*/ 2987721 h 3103556"/>
                  <a:gd name="connsiteX10" fmla="*/ 2013500 w 3103556"/>
                  <a:gd name="connsiteY10" fmla="*/ 3034659 h 3103556"/>
                  <a:gd name="connsiteX11" fmla="*/ 1710531 w 3103556"/>
                  <a:gd name="connsiteY11" fmla="*/ 3096449 h 3103556"/>
                  <a:gd name="connsiteX12" fmla="*/ 1569779 w 3103556"/>
                  <a:gd name="connsiteY12" fmla="*/ 3103556 h 3103556"/>
                  <a:gd name="connsiteX13" fmla="*/ 1569779 w 3103556"/>
                  <a:gd name="connsiteY13" fmla="*/ 3055609 h 3103556"/>
                  <a:gd name="connsiteX14" fmla="*/ 1705629 w 3103556"/>
                  <a:gd name="connsiteY14" fmla="*/ 3048749 h 3103556"/>
                  <a:gd name="connsiteX15" fmla="*/ 1999242 w 3103556"/>
                  <a:gd name="connsiteY15" fmla="*/ 2988868 h 3103556"/>
                  <a:gd name="connsiteX16" fmla="*/ 501102 w 3103556"/>
                  <a:gd name="connsiteY16" fmla="*/ 2627910 h 3103556"/>
                  <a:gd name="connsiteX17" fmla="*/ 594624 w 3103556"/>
                  <a:gd name="connsiteY17" fmla="*/ 2712909 h 3103556"/>
                  <a:gd name="connsiteX18" fmla="*/ 966066 w 3103556"/>
                  <a:gd name="connsiteY18" fmla="*/ 2938268 h 3103556"/>
                  <a:gd name="connsiteX19" fmla="*/ 971398 w 3103556"/>
                  <a:gd name="connsiteY19" fmla="*/ 2940220 h 3103556"/>
                  <a:gd name="connsiteX20" fmla="*/ 953444 w 3103556"/>
                  <a:gd name="connsiteY20" fmla="*/ 2984658 h 3103556"/>
                  <a:gd name="connsiteX21" fmla="*/ 947403 w 3103556"/>
                  <a:gd name="connsiteY21" fmla="*/ 2982447 h 3103556"/>
                  <a:gd name="connsiteX22" fmla="*/ 564125 w 3103556"/>
                  <a:gd name="connsiteY22" fmla="*/ 2749907 h 3103556"/>
                  <a:gd name="connsiteX23" fmla="*/ 467199 w 3103556"/>
                  <a:gd name="connsiteY23" fmla="*/ 2661814 h 3103556"/>
                  <a:gd name="connsiteX24" fmla="*/ 2602455 w 3103556"/>
                  <a:gd name="connsiteY24" fmla="*/ 2627910 h 3103556"/>
                  <a:gd name="connsiteX25" fmla="*/ 2636359 w 3103556"/>
                  <a:gd name="connsiteY25" fmla="*/ 2661813 h 3103556"/>
                  <a:gd name="connsiteX26" fmla="*/ 2539431 w 3103556"/>
                  <a:gd name="connsiteY26" fmla="*/ 2749907 h 3103556"/>
                  <a:gd name="connsiteX27" fmla="*/ 2291881 w 3103556"/>
                  <a:gd name="connsiteY27" fmla="*/ 2917064 h 3103556"/>
                  <a:gd name="connsiteX28" fmla="*/ 2174803 w 3103556"/>
                  <a:gd name="connsiteY28" fmla="*/ 2973464 h 3103556"/>
                  <a:gd name="connsiteX29" fmla="*/ 2156065 w 3103556"/>
                  <a:gd name="connsiteY29" fmla="*/ 2929321 h 3103556"/>
                  <a:gd name="connsiteX30" fmla="*/ 2269027 w 3103556"/>
                  <a:gd name="connsiteY30" fmla="*/ 2874904 h 3103556"/>
                  <a:gd name="connsiteX31" fmla="*/ 2508933 w 3103556"/>
                  <a:gd name="connsiteY31" fmla="*/ 2712909 h 3103556"/>
                  <a:gd name="connsiteX32" fmla="*/ 174236 w 3103556"/>
                  <a:gd name="connsiteY32" fmla="*/ 2156065 h 3103556"/>
                  <a:gd name="connsiteX33" fmla="*/ 228652 w 3103556"/>
                  <a:gd name="connsiteY33" fmla="*/ 2269027 h 3103556"/>
                  <a:gd name="connsiteX34" fmla="*/ 390648 w 3103556"/>
                  <a:gd name="connsiteY34" fmla="*/ 2508933 h 3103556"/>
                  <a:gd name="connsiteX35" fmla="*/ 475646 w 3103556"/>
                  <a:gd name="connsiteY35" fmla="*/ 2602455 h 3103556"/>
                  <a:gd name="connsiteX36" fmla="*/ 441743 w 3103556"/>
                  <a:gd name="connsiteY36" fmla="*/ 2636358 h 3103556"/>
                  <a:gd name="connsiteX37" fmla="*/ 353650 w 3103556"/>
                  <a:gd name="connsiteY37" fmla="*/ 2539431 h 3103556"/>
                  <a:gd name="connsiteX38" fmla="*/ 186492 w 3103556"/>
                  <a:gd name="connsiteY38" fmla="*/ 2291881 h 3103556"/>
                  <a:gd name="connsiteX39" fmla="*/ 130093 w 3103556"/>
                  <a:gd name="connsiteY39" fmla="*/ 2174803 h 3103556"/>
                  <a:gd name="connsiteX40" fmla="*/ 2940220 w 3103556"/>
                  <a:gd name="connsiteY40" fmla="*/ 2132158 h 3103556"/>
                  <a:gd name="connsiteX41" fmla="*/ 2984659 w 3103556"/>
                  <a:gd name="connsiteY41" fmla="*/ 2150113 h 3103556"/>
                  <a:gd name="connsiteX42" fmla="*/ 2982447 w 3103556"/>
                  <a:gd name="connsiteY42" fmla="*/ 2156154 h 3103556"/>
                  <a:gd name="connsiteX43" fmla="*/ 2749907 w 3103556"/>
                  <a:gd name="connsiteY43" fmla="*/ 2539431 h 3103556"/>
                  <a:gd name="connsiteX44" fmla="*/ 2661814 w 3103556"/>
                  <a:gd name="connsiteY44" fmla="*/ 2636358 h 3103556"/>
                  <a:gd name="connsiteX45" fmla="*/ 2627911 w 3103556"/>
                  <a:gd name="connsiteY45" fmla="*/ 2602454 h 3103556"/>
                  <a:gd name="connsiteX46" fmla="*/ 2712909 w 3103556"/>
                  <a:gd name="connsiteY46" fmla="*/ 2508933 h 3103556"/>
                  <a:gd name="connsiteX47" fmla="*/ 2938268 w 3103556"/>
                  <a:gd name="connsiteY47" fmla="*/ 2137491 h 3103556"/>
                  <a:gd name="connsiteX48" fmla="*/ 3103556 w 3103556"/>
                  <a:gd name="connsiteY48" fmla="*/ 1569778 h 3103556"/>
                  <a:gd name="connsiteX49" fmla="*/ 3096449 w 3103556"/>
                  <a:gd name="connsiteY49" fmla="*/ 1710531 h 3103556"/>
                  <a:gd name="connsiteX50" fmla="*/ 3034660 w 3103556"/>
                  <a:gd name="connsiteY50" fmla="*/ 2013500 h 3103556"/>
                  <a:gd name="connsiteX51" fmla="*/ 2997039 w 3103556"/>
                  <a:gd name="connsiteY51" fmla="*/ 2116287 h 3103556"/>
                  <a:gd name="connsiteX52" fmla="*/ 2952600 w 3103556"/>
                  <a:gd name="connsiteY52" fmla="*/ 2098333 h 3103556"/>
                  <a:gd name="connsiteX53" fmla="*/ 2988868 w 3103556"/>
                  <a:gd name="connsiteY53" fmla="*/ 1999242 h 3103556"/>
                  <a:gd name="connsiteX54" fmla="*/ 3048750 w 3103556"/>
                  <a:gd name="connsiteY54" fmla="*/ 1705629 h 3103556"/>
                  <a:gd name="connsiteX55" fmla="*/ 3055609 w 3103556"/>
                  <a:gd name="connsiteY55" fmla="*/ 1569778 h 3103556"/>
                  <a:gd name="connsiteX56" fmla="*/ 0 w 3103556"/>
                  <a:gd name="connsiteY56" fmla="*/ 1569778 h 3103556"/>
                  <a:gd name="connsiteX57" fmla="*/ 47947 w 3103556"/>
                  <a:gd name="connsiteY57" fmla="*/ 1569778 h 3103556"/>
                  <a:gd name="connsiteX58" fmla="*/ 54807 w 3103556"/>
                  <a:gd name="connsiteY58" fmla="*/ 1705629 h 3103556"/>
                  <a:gd name="connsiteX59" fmla="*/ 114688 w 3103556"/>
                  <a:gd name="connsiteY59" fmla="*/ 1999242 h 3103556"/>
                  <a:gd name="connsiteX60" fmla="*/ 159986 w 3103556"/>
                  <a:gd name="connsiteY60" fmla="*/ 2123005 h 3103556"/>
                  <a:gd name="connsiteX61" fmla="*/ 115836 w 3103556"/>
                  <a:gd name="connsiteY61" fmla="*/ 2141746 h 3103556"/>
                  <a:gd name="connsiteX62" fmla="*/ 68897 w 3103556"/>
                  <a:gd name="connsiteY62" fmla="*/ 2013500 h 3103556"/>
                  <a:gd name="connsiteX63" fmla="*/ 7108 w 3103556"/>
                  <a:gd name="connsiteY63" fmla="*/ 1710531 h 3103556"/>
                  <a:gd name="connsiteX64" fmla="*/ 106518 w 3103556"/>
                  <a:gd name="connsiteY64" fmla="*/ 987269 h 3103556"/>
                  <a:gd name="connsiteX65" fmla="*/ 150956 w 3103556"/>
                  <a:gd name="connsiteY65" fmla="*/ 1005223 h 3103556"/>
                  <a:gd name="connsiteX66" fmla="*/ 114688 w 3103556"/>
                  <a:gd name="connsiteY66" fmla="*/ 1104315 h 3103556"/>
                  <a:gd name="connsiteX67" fmla="*/ 54807 w 3103556"/>
                  <a:gd name="connsiteY67" fmla="*/ 1397927 h 3103556"/>
                  <a:gd name="connsiteX68" fmla="*/ 47947 w 3103556"/>
                  <a:gd name="connsiteY68" fmla="*/ 1533778 h 3103556"/>
                  <a:gd name="connsiteX69" fmla="*/ 0 w 3103556"/>
                  <a:gd name="connsiteY69" fmla="*/ 1533778 h 3103556"/>
                  <a:gd name="connsiteX70" fmla="*/ 7108 w 3103556"/>
                  <a:gd name="connsiteY70" fmla="*/ 1393025 h 3103556"/>
                  <a:gd name="connsiteX71" fmla="*/ 68897 w 3103556"/>
                  <a:gd name="connsiteY71" fmla="*/ 1090057 h 3103556"/>
                  <a:gd name="connsiteX72" fmla="*/ 2987721 w 3103556"/>
                  <a:gd name="connsiteY72" fmla="*/ 961812 h 3103556"/>
                  <a:gd name="connsiteX73" fmla="*/ 3034660 w 3103556"/>
                  <a:gd name="connsiteY73" fmla="*/ 1090057 h 3103556"/>
                  <a:gd name="connsiteX74" fmla="*/ 3096449 w 3103556"/>
                  <a:gd name="connsiteY74" fmla="*/ 1393025 h 3103556"/>
                  <a:gd name="connsiteX75" fmla="*/ 3103556 w 3103556"/>
                  <a:gd name="connsiteY75" fmla="*/ 1533779 h 3103556"/>
                  <a:gd name="connsiteX76" fmla="*/ 3055609 w 3103556"/>
                  <a:gd name="connsiteY76" fmla="*/ 1533779 h 3103556"/>
                  <a:gd name="connsiteX77" fmla="*/ 3048750 w 3103556"/>
                  <a:gd name="connsiteY77" fmla="*/ 1397927 h 3103556"/>
                  <a:gd name="connsiteX78" fmla="*/ 2988868 w 3103556"/>
                  <a:gd name="connsiteY78" fmla="*/ 1104315 h 3103556"/>
                  <a:gd name="connsiteX79" fmla="*/ 2943571 w 3103556"/>
                  <a:gd name="connsiteY79" fmla="*/ 980552 h 3103556"/>
                  <a:gd name="connsiteX80" fmla="*/ 2661814 w 3103556"/>
                  <a:gd name="connsiteY80" fmla="*/ 467199 h 3103556"/>
                  <a:gd name="connsiteX81" fmla="*/ 2749907 w 3103556"/>
                  <a:gd name="connsiteY81" fmla="*/ 564125 h 3103556"/>
                  <a:gd name="connsiteX82" fmla="*/ 2917064 w 3103556"/>
                  <a:gd name="connsiteY82" fmla="*/ 811675 h 3103556"/>
                  <a:gd name="connsiteX83" fmla="*/ 2973464 w 3103556"/>
                  <a:gd name="connsiteY83" fmla="*/ 928755 h 3103556"/>
                  <a:gd name="connsiteX84" fmla="*/ 2929321 w 3103556"/>
                  <a:gd name="connsiteY84" fmla="*/ 947493 h 3103556"/>
                  <a:gd name="connsiteX85" fmla="*/ 2874904 w 3103556"/>
                  <a:gd name="connsiteY85" fmla="*/ 834530 h 3103556"/>
                  <a:gd name="connsiteX86" fmla="*/ 2712909 w 3103556"/>
                  <a:gd name="connsiteY86" fmla="*/ 594624 h 3103556"/>
                  <a:gd name="connsiteX87" fmla="*/ 2627911 w 3103556"/>
                  <a:gd name="connsiteY87" fmla="*/ 501103 h 3103556"/>
                  <a:gd name="connsiteX88" fmla="*/ 441743 w 3103556"/>
                  <a:gd name="connsiteY88" fmla="*/ 467198 h 3103556"/>
                  <a:gd name="connsiteX89" fmla="*/ 475646 w 3103556"/>
                  <a:gd name="connsiteY89" fmla="*/ 501102 h 3103556"/>
                  <a:gd name="connsiteX90" fmla="*/ 390648 w 3103556"/>
                  <a:gd name="connsiteY90" fmla="*/ 594624 h 3103556"/>
                  <a:gd name="connsiteX91" fmla="*/ 165288 w 3103556"/>
                  <a:gd name="connsiteY91" fmla="*/ 966065 h 3103556"/>
                  <a:gd name="connsiteX92" fmla="*/ 163337 w 3103556"/>
                  <a:gd name="connsiteY92" fmla="*/ 971398 h 3103556"/>
                  <a:gd name="connsiteX93" fmla="*/ 118898 w 3103556"/>
                  <a:gd name="connsiteY93" fmla="*/ 953443 h 3103556"/>
                  <a:gd name="connsiteX94" fmla="*/ 121109 w 3103556"/>
                  <a:gd name="connsiteY94" fmla="*/ 947402 h 3103556"/>
                  <a:gd name="connsiteX95" fmla="*/ 353650 w 3103556"/>
                  <a:gd name="connsiteY95" fmla="*/ 564125 h 3103556"/>
                  <a:gd name="connsiteX96" fmla="*/ 928755 w 3103556"/>
                  <a:gd name="connsiteY96" fmla="*/ 130092 h 3103556"/>
                  <a:gd name="connsiteX97" fmla="*/ 947492 w 3103556"/>
                  <a:gd name="connsiteY97" fmla="*/ 174235 h 3103556"/>
                  <a:gd name="connsiteX98" fmla="*/ 834530 w 3103556"/>
                  <a:gd name="connsiteY98" fmla="*/ 228652 h 3103556"/>
                  <a:gd name="connsiteX99" fmla="*/ 594624 w 3103556"/>
                  <a:gd name="connsiteY99" fmla="*/ 390648 h 3103556"/>
                  <a:gd name="connsiteX100" fmla="*/ 501102 w 3103556"/>
                  <a:gd name="connsiteY100" fmla="*/ 475646 h 3103556"/>
                  <a:gd name="connsiteX101" fmla="*/ 467199 w 3103556"/>
                  <a:gd name="connsiteY101" fmla="*/ 441742 h 3103556"/>
                  <a:gd name="connsiteX102" fmla="*/ 564125 w 3103556"/>
                  <a:gd name="connsiteY102" fmla="*/ 353650 h 3103556"/>
                  <a:gd name="connsiteX103" fmla="*/ 811676 w 3103556"/>
                  <a:gd name="connsiteY103" fmla="*/ 186492 h 3103556"/>
                  <a:gd name="connsiteX104" fmla="*/ 2150114 w 3103556"/>
                  <a:gd name="connsiteY104" fmla="*/ 118898 h 3103556"/>
                  <a:gd name="connsiteX105" fmla="*/ 2156154 w 3103556"/>
                  <a:gd name="connsiteY105" fmla="*/ 121109 h 3103556"/>
                  <a:gd name="connsiteX106" fmla="*/ 2539431 w 3103556"/>
                  <a:gd name="connsiteY106" fmla="*/ 353650 h 3103556"/>
                  <a:gd name="connsiteX107" fmla="*/ 2636359 w 3103556"/>
                  <a:gd name="connsiteY107" fmla="*/ 441743 h 3103556"/>
                  <a:gd name="connsiteX108" fmla="*/ 2602455 w 3103556"/>
                  <a:gd name="connsiteY108" fmla="*/ 475647 h 3103556"/>
                  <a:gd name="connsiteX109" fmla="*/ 2508933 w 3103556"/>
                  <a:gd name="connsiteY109" fmla="*/ 390648 h 3103556"/>
                  <a:gd name="connsiteX110" fmla="*/ 2137491 w 3103556"/>
                  <a:gd name="connsiteY110" fmla="*/ 165288 h 3103556"/>
                  <a:gd name="connsiteX111" fmla="*/ 2132160 w 3103556"/>
                  <a:gd name="connsiteY111" fmla="*/ 163337 h 3103556"/>
                  <a:gd name="connsiteX112" fmla="*/ 1569779 w 3103556"/>
                  <a:gd name="connsiteY112" fmla="*/ 0 h 3103556"/>
                  <a:gd name="connsiteX113" fmla="*/ 1710531 w 3103556"/>
                  <a:gd name="connsiteY113" fmla="*/ 7108 h 3103556"/>
                  <a:gd name="connsiteX114" fmla="*/ 2013500 w 3103556"/>
                  <a:gd name="connsiteY114" fmla="*/ 68897 h 3103556"/>
                  <a:gd name="connsiteX115" fmla="*/ 2116288 w 3103556"/>
                  <a:gd name="connsiteY115" fmla="*/ 106518 h 3103556"/>
                  <a:gd name="connsiteX116" fmla="*/ 2098334 w 3103556"/>
                  <a:gd name="connsiteY116" fmla="*/ 150956 h 3103556"/>
                  <a:gd name="connsiteX117" fmla="*/ 1999242 w 3103556"/>
                  <a:gd name="connsiteY117" fmla="*/ 114688 h 3103556"/>
                  <a:gd name="connsiteX118" fmla="*/ 1705629 w 3103556"/>
                  <a:gd name="connsiteY118" fmla="*/ 54807 h 3103556"/>
                  <a:gd name="connsiteX119" fmla="*/ 1569779 w 3103556"/>
                  <a:gd name="connsiteY119" fmla="*/ 47947 h 3103556"/>
                  <a:gd name="connsiteX120" fmla="*/ 1533778 w 3103556"/>
                  <a:gd name="connsiteY120" fmla="*/ 0 h 3103556"/>
                  <a:gd name="connsiteX121" fmla="*/ 1533778 w 3103556"/>
                  <a:gd name="connsiteY121" fmla="*/ 47947 h 3103556"/>
                  <a:gd name="connsiteX122" fmla="*/ 1397927 w 3103556"/>
                  <a:gd name="connsiteY122" fmla="*/ 54807 h 3103556"/>
                  <a:gd name="connsiteX123" fmla="*/ 1104315 w 3103556"/>
                  <a:gd name="connsiteY123" fmla="*/ 114688 h 3103556"/>
                  <a:gd name="connsiteX124" fmla="*/ 980552 w 3103556"/>
                  <a:gd name="connsiteY124" fmla="*/ 159986 h 3103556"/>
                  <a:gd name="connsiteX125" fmla="*/ 961811 w 3103556"/>
                  <a:gd name="connsiteY125" fmla="*/ 115835 h 3103556"/>
                  <a:gd name="connsiteX126" fmla="*/ 1090057 w 3103556"/>
                  <a:gd name="connsiteY126" fmla="*/ 68897 h 3103556"/>
                  <a:gd name="connsiteX127" fmla="*/ 1393025 w 3103556"/>
                  <a:gd name="connsiteY127" fmla="*/ 7108 h 310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3103556" h="3103556">
                    <a:moveTo>
                      <a:pt x="1005224" y="2952600"/>
                    </a:moveTo>
                    <a:lnTo>
                      <a:pt x="1104315" y="2988868"/>
                    </a:lnTo>
                    <a:cubicBezTo>
                      <a:pt x="1198550" y="3018178"/>
                      <a:pt x="1296757" y="3038475"/>
                      <a:pt x="1397927" y="3048749"/>
                    </a:cubicBezTo>
                    <a:lnTo>
                      <a:pt x="1533779" y="3055609"/>
                    </a:lnTo>
                    <a:lnTo>
                      <a:pt x="1533779" y="3103556"/>
                    </a:lnTo>
                    <a:lnTo>
                      <a:pt x="1393025" y="3096449"/>
                    </a:lnTo>
                    <a:cubicBezTo>
                      <a:pt x="1288632" y="3085847"/>
                      <a:pt x="1187295" y="3064904"/>
                      <a:pt x="1090057" y="3034659"/>
                    </a:cubicBezTo>
                    <a:lnTo>
                      <a:pt x="987269" y="2997039"/>
                    </a:lnTo>
                    <a:close/>
                    <a:moveTo>
                      <a:pt x="2123005" y="2943570"/>
                    </a:moveTo>
                    <a:lnTo>
                      <a:pt x="2141746" y="2987721"/>
                    </a:lnTo>
                    <a:lnTo>
                      <a:pt x="2013500" y="3034659"/>
                    </a:lnTo>
                    <a:cubicBezTo>
                      <a:pt x="1916261" y="3064904"/>
                      <a:pt x="1814925" y="3085847"/>
                      <a:pt x="1710531" y="3096449"/>
                    </a:cubicBezTo>
                    <a:lnTo>
                      <a:pt x="1569779" y="3103556"/>
                    </a:lnTo>
                    <a:lnTo>
                      <a:pt x="1569779" y="3055609"/>
                    </a:lnTo>
                    <a:lnTo>
                      <a:pt x="1705629" y="3048749"/>
                    </a:lnTo>
                    <a:cubicBezTo>
                      <a:pt x="1806799" y="3038475"/>
                      <a:pt x="1905006" y="3018178"/>
                      <a:pt x="1999242" y="2988868"/>
                    </a:cubicBezTo>
                    <a:close/>
                    <a:moveTo>
                      <a:pt x="501102" y="2627910"/>
                    </a:moveTo>
                    <a:lnTo>
                      <a:pt x="594624" y="2712909"/>
                    </a:lnTo>
                    <a:cubicBezTo>
                      <a:pt x="706099" y="2804906"/>
                      <a:pt x="831047" y="2881160"/>
                      <a:pt x="966066" y="2938268"/>
                    </a:cubicBezTo>
                    <a:lnTo>
                      <a:pt x="971398" y="2940220"/>
                    </a:lnTo>
                    <a:lnTo>
                      <a:pt x="953444" y="2984658"/>
                    </a:lnTo>
                    <a:lnTo>
                      <a:pt x="947403" y="2982447"/>
                    </a:lnTo>
                    <a:cubicBezTo>
                      <a:pt x="808082" y="2923520"/>
                      <a:pt x="679152" y="2844835"/>
                      <a:pt x="564125" y="2749907"/>
                    </a:cubicBezTo>
                    <a:lnTo>
                      <a:pt x="467199" y="2661814"/>
                    </a:lnTo>
                    <a:close/>
                    <a:moveTo>
                      <a:pt x="2602455" y="2627910"/>
                    </a:moveTo>
                    <a:lnTo>
                      <a:pt x="2636359" y="2661813"/>
                    </a:lnTo>
                    <a:lnTo>
                      <a:pt x="2539431" y="2749907"/>
                    </a:lnTo>
                    <a:cubicBezTo>
                      <a:pt x="2462747" y="2813193"/>
                      <a:pt x="2379883" y="2869259"/>
                      <a:pt x="2291881" y="2917064"/>
                    </a:cubicBezTo>
                    <a:lnTo>
                      <a:pt x="2174803" y="2973464"/>
                    </a:lnTo>
                    <a:lnTo>
                      <a:pt x="2156065" y="2929321"/>
                    </a:lnTo>
                    <a:lnTo>
                      <a:pt x="2269027" y="2874904"/>
                    </a:lnTo>
                    <a:cubicBezTo>
                      <a:pt x="2354311" y="2828575"/>
                      <a:pt x="2434616" y="2774240"/>
                      <a:pt x="2508933" y="2712909"/>
                    </a:cubicBezTo>
                    <a:close/>
                    <a:moveTo>
                      <a:pt x="174236" y="2156065"/>
                    </a:moveTo>
                    <a:lnTo>
                      <a:pt x="228652" y="2269027"/>
                    </a:lnTo>
                    <a:cubicBezTo>
                      <a:pt x="274982" y="2354311"/>
                      <a:pt x="329316" y="2434616"/>
                      <a:pt x="390648" y="2508933"/>
                    </a:cubicBezTo>
                    <a:lnTo>
                      <a:pt x="475646" y="2602455"/>
                    </a:lnTo>
                    <a:lnTo>
                      <a:pt x="441743" y="2636358"/>
                    </a:lnTo>
                    <a:lnTo>
                      <a:pt x="353650" y="2539431"/>
                    </a:lnTo>
                    <a:cubicBezTo>
                      <a:pt x="290364" y="2462747"/>
                      <a:pt x="234298" y="2379883"/>
                      <a:pt x="186492" y="2291881"/>
                    </a:cubicBezTo>
                    <a:lnTo>
                      <a:pt x="130093" y="2174803"/>
                    </a:lnTo>
                    <a:close/>
                    <a:moveTo>
                      <a:pt x="2940220" y="2132158"/>
                    </a:moveTo>
                    <a:lnTo>
                      <a:pt x="2984659" y="2150113"/>
                    </a:lnTo>
                    <a:lnTo>
                      <a:pt x="2982447" y="2156154"/>
                    </a:lnTo>
                    <a:cubicBezTo>
                      <a:pt x="2923520" y="2295475"/>
                      <a:pt x="2844835" y="2424404"/>
                      <a:pt x="2749907" y="2539431"/>
                    </a:cubicBezTo>
                    <a:lnTo>
                      <a:pt x="2661814" y="2636358"/>
                    </a:lnTo>
                    <a:lnTo>
                      <a:pt x="2627911" y="2602454"/>
                    </a:lnTo>
                    <a:lnTo>
                      <a:pt x="2712909" y="2508933"/>
                    </a:lnTo>
                    <a:cubicBezTo>
                      <a:pt x="2804906" y="2397458"/>
                      <a:pt x="2881160" y="2272509"/>
                      <a:pt x="2938268" y="2137491"/>
                    </a:cubicBezTo>
                    <a:close/>
                    <a:moveTo>
                      <a:pt x="3103556" y="1569778"/>
                    </a:moveTo>
                    <a:lnTo>
                      <a:pt x="3096449" y="1710531"/>
                    </a:lnTo>
                    <a:cubicBezTo>
                      <a:pt x="3085847" y="1814925"/>
                      <a:pt x="3064904" y="1916261"/>
                      <a:pt x="3034660" y="2013500"/>
                    </a:cubicBezTo>
                    <a:lnTo>
                      <a:pt x="2997039" y="2116287"/>
                    </a:lnTo>
                    <a:lnTo>
                      <a:pt x="2952600" y="2098333"/>
                    </a:lnTo>
                    <a:lnTo>
                      <a:pt x="2988868" y="1999242"/>
                    </a:lnTo>
                    <a:cubicBezTo>
                      <a:pt x="3018179" y="1905006"/>
                      <a:pt x="3038475" y="1806799"/>
                      <a:pt x="3048750" y="1705629"/>
                    </a:cubicBezTo>
                    <a:lnTo>
                      <a:pt x="3055609" y="1569778"/>
                    </a:lnTo>
                    <a:close/>
                    <a:moveTo>
                      <a:pt x="0" y="1569778"/>
                    </a:moveTo>
                    <a:lnTo>
                      <a:pt x="47947" y="1569778"/>
                    </a:lnTo>
                    <a:lnTo>
                      <a:pt x="54807" y="1705629"/>
                    </a:lnTo>
                    <a:cubicBezTo>
                      <a:pt x="65082" y="1806799"/>
                      <a:pt x="85378" y="1905006"/>
                      <a:pt x="114688" y="1999242"/>
                    </a:cubicBezTo>
                    <a:lnTo>
                      <a:pt x="159986" y="2123005"/>
                    </a:lnTo>
                    <a:lnTo>
                      <a:pt x="115836" y="2141746"/>
                    </a:lnTo>
                    <a:lnTo>
                      <a:pt x="68897" y="2013500"/>
                    </a:lnTo>
                    <a:cubicBezTo>
                      <a:pt x="38653" y="1916261"/>
                      <a:pt x="17709" y="1814925"/>
                      <a:pt x="7108" y="1710531"/>
                    </a:cubicBezTo>
                    <a:close/>
                    <a:moveTo>
                      <a:pt x="106518" y="987269"/>
                    </a:moveTo>
                    <a:lnTo>
                      <a:pt x="150956" y="1005223"/>
                    </a:lnTo>
                    <a:lnTo>
                      <a:pt x="114688" y="1104315"/>
                    </a:lnTo>
                    <a:cubicBezTo>
                      <a:pt x="85378" y="1198550"/>
                      <a:pt x="65082" y="1296757"/>
                      <a:pt x="54807" y="1397927"/>
                    </a:cubicBezTo>
                    <a:lnTo>
                      <a:pt x="47947" y="1533778"/>
                    </a:lnTo>
                    <a:lnTo>
                      <a:pt x="0" y="1533778"/>
                    </a:lnTo>
                    <a:lnTo>
                      <a:pt x="7108" y="1393025"/>
                    </a:lnTo>
                    <a:cubicBezTo>
                      <a:pt x="17709" y="1288631"/>
                      <a:pt x="38653" y="1187295"/>
                      <a:pt x="68897" y="1090057"/>
                    </a:cubicBezTo>
                    <a:close/>
                    <a:moveTo>
                      <a:pt x="2987721" y="961812"/>
                    </a:moveTo>
                    <a:lnTo>
                      <a:pt x="3034660" y="1090057"/>
                    </a:lnTo>
                    <a:cubicBezTo>
                      <a:pt x="3064904" y="1187295"/>
                      <a:pt x="3085847" y="1288631"/>
                      <a:pt x="3096449" y="1393025"/>
                    </a:cubicBezTo>
                    <a:lnTo>
                      <a:pt x="3103556" y="1533779"/>
                    </a:lnTo>
                    <a:lnTo>
                      <a:pt x="3055609" y="1533779"/>
                    </a:lnTo>
                    <a:lnTo>
                      <a:pt x="3048750" y="1397927"/>
                    </a:lnTo>
                    <a:cubicBezTo>
                      <a:pt x="3038475" y="1296757"/>
                      <a:pt x="3018179" y="1198550"/>
                      <a:pt x="2988868" y="1104315"/>
                    </a:cubicBezTo>
                    <a:lnTo>
                      <a:pt x="2943571" y="980552"/>
                    </a:lnTo>
                    <a:close/>
                    <a:moveTo>
                      <a:pt x="2661814" y="467199"/>
                    </a:moveTo>
                    <a:lnTo>
                      <a:pt x="2749907" y="564125"/>
                    </a:lnTo>
                    <a:cubicBezTo>
                      <a:pt x="2813193" y="640810"/>
                      <a:pt x="2869259" y="723673"/>
                      <a:pt x="2917064" y="811675"/>
                    </a:cubicBezTo>
                    <a:lnTo>
                      <a:pt x="2973464" y="928755"/>
                    </a:lnTo>
                    <a:lnTo>
                      <a:pt x="2929321" y="947493"/>
                    </a:lnTo>
                    <a:lnTo>
                      <a:pt x="2874904" y="834530"/>
                    </a:lnTo>
                    <a:cubicBezTo>
                      <a:pt x="2828575" y="749245"/>
                      <a:pt x="2774240" y="668940"/>
                      <a:pt x="2712909" y="594624"/>
                    </a:cubicBezTo>
                    <a:lnTo>
                      <a:pt x="2627911" y="501103"/>
                    </a:lnTo>
                    <a:close/>
                    <a:moveTo>
                      <a:pt x="441743" y="467198"/>
                    </a:moveTo>
                    <a:lnTo>
                      <a:pt x="475646" y="501102"/>
                    </a:lnTo>
                    <a:lnTo>
                      <a:pt x="390648" y="594624"/>
                    </a:lnTo>
                    <a:cubicBezTo>
                      <a:pt x="298651" y="706099"/>
                      <a:pt x="222396" y="831047"/>
                      <a:pt x="165288" y="966065"/>
                    </a:cubicBezTo>
                    <a:lnTo>
                      <a:pt x="163337" y="971398"/>
                    </a:lnTo>
                    <a:lnTo>
                      <a:pt x="118898" y="953443"/>
                    </a:lnTo>
                    <a:lnTo>
                      <a:pt x="121109" y="947402"/>
                    </a:lnTo>
                    <a:cubicBezTo>
                      <a:pt x="180037" y="808082"/>
                      <a:pt x="258721" y="679152"/>
                      <a:pt x="353650" y="564125"/>
                    </a:cubicBezTo>
                    <a:close/>
                    <a:moveTo>
                      <a:pt x="928755" y="130092"/>
                    </a:moveTo>
                    <a:lnTo>
                      <a:pt x="947492" y="174235"/>
                    </a:lnTo>
                    <a:lnTo>
                      <a:pt x="834530" y="228652"/>
                    </a:lnTo>
                    <a:cubicBezTo>
                      <a:pt x="749245" y="274982"/>
                      <a:pt x="668940" y="329316"/>
                      <a:pt x="594624" y="390648"/>
                    </a:cubicBezTo>
                    <a:lnTo>
                      <a:pt x="501102" y="475646"/>
                    </a:lnTo>
                    <a:lnTo>
                      <a:pt x="467199" y="441742"/>
                    </a:lnTo>
                    <a:lnTo>
                      <a:pt x="564125" y="353650"/>
                    </a:lnTo>
                    <a:cubicBezTo>
                      <a:pt x="640810" y="290364"/>
                      <a:pt x="723674" y="234298"/>
                      <a:pt x="811676" y="186492"/>
                    </a:cubicBezTo>
                    <a:close/>
                    <a:moveTo>
                      <a:pt x="2150114" y="118898"/>
                    </a:moveTo>
                    <a:lnTo>
                      <a:pt x="2156154" y="121109"/>
                    </a:lnTo>
                    <a:cubicBezTo>
                      <a:pt x="2295475" y="180037"/>
                      <a:pt x="2424404" y="258721"/>
                      <a:pt x="2539431" y="353650"/>
                    </a:cubicBezTo>
                    <a:lnTo>
                      <a:pt x="2636359" y="441743"/>
                    </a:lnTo>
                    <a:lnTo>
                      <a:pt x="2602455" y="475647"/>
                    </a:lnTo>
                    <a:lnTo>
                      <a:pt x="2508933" y="390648"/>
                    </a:lnTo>
                    <a:cubicBezTo>
                      <a:pt x="2397458" y="298650"/>
                      <a:pt x="2272509" y="222396"/>
                      <a:pt x="2137491" y="165288"/>
                    </a:cubicBezTo>
                    <a:lnTo>
                      <a:pt x="2132160" y="163337"/>
                    </a:lnTo>
                    <a:close/>
                    <a:moveTo>
                      <a:pt x="1569779" y="0"/>
                    </a:moveTo>
                    <a:lnTo>
                      <a:pt x="1710531" y="7108"/>
                    </a:lnTo>
                    <a:cubicBezTo>
                      <a:pt x="1814925" y="17709"/>
                      <a:pt x="1916261" y="38653"/>
                      <a:pt x="2013500" y="68897"/>
                    </a:cubicBezTo>
                    <a:lnTo>
                      <a:pt x="2116288" y="106518"/>
                    </a:lnTo>
                    <a:lnTo>
                      <a:pt x="2098334" y="150956"/>
                    </a:lnTo>
                    <a:lnTo>
                      <a:pt x="1999242" y="114688"/>
                    </a:lnTo>
                    <a:cubicBezTo>
                      <a:pt x="1905006" y="85378"/>
                      <a:pt x="1806799" y="65081"/>
                      <a:pt x="1705629" y="54807"/>
                    </a:cubicBezTo>
                    <a:lnTo>
                      <a:pt x="1569779" y="47947"/>
                    </a:lnTo>
                    <a:close/>
                    <a:moveTo>
                      <a:pt x="1533778" y="0"/>
                    </a:moveTo>
                    <a:lnTo>
                      <a:pt x="1533778" y="47947"/>
                    </a:lnTo>
                    <a:lnTo>
                      <a:pt x="1397927" y="54807"/>
                    </a:lnTo>
                    <a:cubicBezTo>
                      <a:pt x="1296757" y="65081"/>
                      <a:pt x="1198550" y="85378"/>
                      <a:pt x="1104315" y="114688"/>
                    </a:cubicBezTo>
                    <a:lnTo>
                      <a:pt x="980552" y="159986"/>
                    </a:lnTo>
                    <a:lnTo>
                      <a:pt x="961811" y="115835"/>
                    </a:lnTo>
                    <a:lnTo>
                      <a:pt x="1090057" y="68897"/>
                    </a:lnTo>
                    <a:cubicBezTo>
                      <a:pt x="1187295" y="38653"/>
                      <a:pt x="1288632" y="17709"/>
                      <a:pt x="1393025" y="7108"/>
                    </a:cubicBezTo>
                    <a:close/>
                  </a:path>
                </a:pathLst>
              </a:custGeom>
              <a:solidFill>
                <a:srgbClr val="00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grpSp>
            <p:nvGrpSpPr>
              <p:cNvPr id="12" name="组合 11"/>
              <p:cNvGrpSpPr/>
              <p:nvPr/>
            </p:nvGrpSpPr>
            <p:grpSpPr>
              <a:xfrm>
                <a:off x="4766501" y="1529919"/>
                <a:ext cx="1825618" cy="1825618"/>
                <a:chOff x="4766502" y="1529920"/>
                <a:chExt cx="1825618" cy="1825618"/>
              </a:xfrm>
            </p:grpSpPr>
            <p:cxnSp>
              <p:nvCxnSpPr>
                <p:cNvPr id="25" name="直接连接符 24"/>
                <p:cNvCxnSpPr/>
                <p:nvPr userDrawn="1">
                  <p:custDataLst>
                    <p:tags r:id="rId9"/>
                  </p:custDataLst>
                </p:nvPr>
              </p:nvCxnSpPr>
              <p:spPr>
                <a:xfrm flipH="1">
                  <a:off x="5679311" y="1529920"/>
                  <a:ext cx="0" cy="72000"/>
                </a:xfrm>
                <a:prstGeom prst="line">
                  <a:avLst/>
                </a:prstGeom>
                <a:ln>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userDrawn="1">
                  <p:custDataLst>
                    <p:tags r:id="rId10"/>
                  </p:custDataLst>
                </p:nvPr>
              </p:nvCxnSpPr>
              <p:spPr>
                <a:xfrm flipH="1">
                  <a:off x="5679311" y="3283538"/>
                  <a:ext cx="0" cy="72000"/>
                </a:xfrm>
                <a:prstGeom prst="line">
                  <a:avLst/>
                </a:prstGeom>
                <a:ln>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userDrawn="1">
                  <p:custDataLst>
                    <p:tags r:id="rId11"/>
                  </p:custDataLst>
                </p:nvPr>
              </p:nvCxnSpPr>
              <p:spPr>
                <a:xfrm rot="8100000" flipH="1">
                  <a:off x="6299309" y="3026727"/>
                  <a:ext cx="0" cy="72000"/>
                </a:xfrm>
                <a:prstGeom prst="line">
                  <a:avLst/>
                </a:prstGeom>
                <a:ln>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userDrawn="1">
                  <p:custDataLst>
                    <p:tags r:id="rId12"/>
                  </p:custDataLst>
                </p:nvPr>
              </p:nvCxnSpPr>
              <p:spPr>
                <a:xfrm rot="8100000" flipH="1">
                  <a:off x="5059313" y="1786731"/>
                  <a:ext cx="0" cy="72000"/>
                </a:xfrm>
                <a:prstGeom prst="line">
                  <a:avLst/>
                </a:prstGeom>
                <a:ln>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userDrawn="1">
                  <p:custDataLst>
                    <p:tags r:id="rId13"/>
                  </p:custDataLst>
                </p:nvPr>
              </p:nvCxnSpPr>
              <p:spPr>
                <a:xfrm rot="5400000" flipH="1">
                  <a:off x="6556120" y="2406729"/>
                  <a:ext cx="0" cy="72000"/>
                </a:xfrm>
                <a:prstGeom prst="line">
                  <a:avLst/>
                </a:prstGeom>
                <a:ln>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userDrawn="1">
                  <p:custDataLst>
                    <p:tags r:id="rId14"/>
                  </p:custDataLst>
                </p:nvPr>
              </p:nvCxnSpPr>
              <p:spPr>
                <a:xfrm rot="5400000" flipH="1">
                  <a:off x="4802502" y="2406729"/>
                  <a:ext cx="0" cy="72000"/>
                </a:xfrm>
                <a:prstGeom prst="line">
                  <a:avLst/>
                </a:prstGeom>
                <a:ln>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userDrawn="1">
                  <p:custDataLst>
                    <p:tags r:id="rId15"/>
                  </p:custDataLst>
                </p:nvPr>
              </p:nvCxnSpPr>
              <p:spPr>
                <a:xfrm rot="2700000" flipH="1">
                  <a:off x="6299309" y="1786731"/>
                  <a:ext cx="0" cy="72000"/>
                </a:xfrm>
                <a:prstGeom prst="line">
                  <a:avLst/>
                </a:prstGeom>
                <a:ln>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userDrawn="1">
                  <p:custDataLst>
                    <p:tags r:id="rId16"/>
                  </p:custDataLst>
                </p:nvPr>
              </p:nvCxnSpPr>
              <p:spPr>
                <a:xfrm rot="2700000" flipH="1">
                  <a:off x="5059313" y="3026727"/>
                  <a:ext cx="0" cy="72000"/>
                </a:xfrm>
                <a:prstGeom prst="line">
                  <a:avLst/>
                </a:prstGeom>
                <a:ln>
                  <a:solidFill>
                    <a:srgbClr val="00FFFF"/>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rot="1314750">
                <a:off x="4766502" y="1529920"/>
                <a:ext cx="1825618" cy="1825618"/>
                <a:chOff x="4766502" y="1529920"/>
                <a:chExt cx="1825618" cy="1825618"/>
              </a:xfrm>
            </p:grpSpPr>
            <p:grpSp>
              <p:nvGrpSpPr>
                <p:cNvPr id="14" name="组合 13"/>
                <p:cNvGrpSpPr/>
                <p:nvPr/>
              </p:nvGrpSpPr>
              <p:grpSpPr>
                <a:xfrm>
                  <a:off x="5679311" y="1529920"/>
                  <a:ext cx="0" cy="1825618"/>
                  <a:chOff x="5679311" y="1529920"/>
                  <a:chExt cx="0" cy="1825618"/>
                </a:xfrm>
              </p:grpSpPr>
              <p:cxnSp>
                <p:nvCxnSpPr>
                  <p:cNvPr id="23" name="直接连接符 22"/>
                  <p:cNvCxnSpPr/>
                  <p:nvPr>
                    <p:custDataLst>
                      <p:tags r:id="rId17"/>
                    </p:custDataLst>
                  </p:nvPr>
                </p:nvCxnSpPr>
                <p:spPr>
                  <a:xfrm flipH="1">
                    <a:off x="5679311" y="1529920"/>
                    <a:ext cx="0" cy="3600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custDataLst>
                      <p:tags r:id="rId18"/>
                    </p:custDataLst>
                  </p:nvPr>
                </p:nvCxnSpPr>
                <p:spPr>
                  <a:xfrm flipH="1">
                    <a:off x="5679311" y="3319538"/>
                    <a:ext cx="0" cy="3600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rot="8100000">
                  <a:off x="5679311" y="1529920"/>
                  <a:ext cx="0" cy="1825618"/>
                  <a:chOff x="5679311" y="1529920"/>
                  <a:chExt cx="0" cy="1825618"/>
                </a:xfrm>
              </p:grpSpPr>
              <p:cxnSp>
                <p:nvCxnSpPr>
                  <p:cNvPr id="21" name="直接连接符 20"/>
                  <p:cNvCxnSpPr/>
                  <p:nvPr>
                    <p:custDataLst>
                      <p:tags r:id="rId19"/>
                    </p:custDataLst>
                  </p:nvPr>
                </p:nvCxnSpPr>
                <p:spPr>
                  <a:xfrm flipH="1">
                    <a:off x="5679311" y="1529920"/>
                    <a:ext cx="0" cy="3600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custDataLst>
                      <p:tags r:id="rId20"/>
                    </p:custDataLst>
                  </p:nvPr>
                </p:nvCxnSpPr>
                <p:spPr>
                  <a:xfrm flipH="1">
                    <a:off x="5679311" y="3319538"/>
                    <a:ext cx="0" cy="3600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rot="5400000">
                  <a:off x="5679311" y="1529920"/>
                  <a:ext cx="0" cy="1825618"/>
                  <a:chOff x="5679311" y="1529920"/>
                  <a:chExt cx="0" cy="1825618"/>
                </a:xfrm>
              </p:grpSpPr>
              <p:cxnSp>
                <p:nvCxnSpPr>
                  <p:cNvPr id="19" name="直接连接符 18"/>
                  <p:cNvCxnSpPr/>
                  <p:nvPr>
                    <p:custDataLst>
                      <p:tags r:id="rId21"/>
                    </p:custDataLst>
                  </p:nvPr>
                </p:nvCxnSpPr>
                <p:spPr>
                  <a:xfrm flipH="1">
                    <a:off x="5679311" y="1529920"/>
                    <a:ext cx="0" cy="3600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custDataLst>
                      <p:tags r:id="rId22"/>
                    </p:custDataLst>
                  </p:nvPr>
                </p:nvCxnSpPr>
                <p:spPr>
                  <a:xfrm flipH="1">
                    <a:off x="5679311" y="3319538"/>
                    <a:ext cx="0" cy="3600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rot="2700000">
                  <a:off x="5679311" y="1529920"/>
                  <a:ext cx="0" cy="1825618"/>
                  <a:chOff x="5679311" y="1529920"/>
                  <a:chExt cx="0" cy="1825618"/>
                </a:xfrm>
              </p:grpSpPr>
              <p:cxnSp>
                <p:nvCxnSpPr>
                  <p:cNvPr id="18" name="直接连接符 17"/>
                  <p:cNvCxnSpPr/>
                  <p:nvPr>
                    <p:custDataLst>
                      <p:tags r:id="rId23"/>
                    </p:custDataLst>
                  </p:nvPr>
                </p:nvCxnSpPr>
                <p:spPr>
                  <a:xfrm flipH="1">
                    <a:off x="5679311" y="1529920"/>
                    <a:ext cx="0" cy="3600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custDataLst>
                      <p:tags r:id="rId24"/>
                    </p:custDataLst>
                  </p:nvPr>
                </p:nvCxnSpPr>
                <p:spPr>
                  <a:xfrm flipH="1">
                    <a:off x="5679311" y="3319538"/>
                    <a:ext cx="0" cy="3600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grpSp>
          <p:sp>
            <p:nvSpPr>
              <p:cNvPr id="34" name="椭圆 33"/>
              <p:cNvSpPr/>
              <p:nvPr>
                <p:custDataLst>
                  <p:tags r:id="rId25"/>
                </p:custDataLst>
              </p:nvPr>
            </p:nvSpPr>
            <p:spPr>
              <a:xfrm>
                <a:off x="4766502" y="1529920"/>
                <a:ext cx="1825618" cy="1825618"/>
              </a:xfrm>
              <a:prstGeom prst="ellipse">
                <a:avLst/>
              </a:prstGeom>
              <a:no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4" name="组合 53"/>
            <p:cNvGrpSpPr/>
            <p:nvPr/>
          </p:nvGrpSpPr>
          <p:grpSpPr>
            <a:xfrm>
              <a:off x="2561" y="2640"/>
              <a:ext cx="5456" cy="5520"/>
              <a:chOff x="2561" y="2640"/>
              <a:chExt cx="5456" cy="5520"/>
            </a:xfrm>
          </p:grpSpPr>
          <p:sp>
            <p:nvSpPr>
              <p:cNvPr id="35" name="文本框 34"/>
              <p:cNvSpPr txBox="1"/>
              <p:nvPr userDrawn="1">
                <p:custDataLst>
                  <p:tags r:id="rId26"/>
                </p:custDataLst>
              </p:nvPr>
            </p:nvSpPr>
            <p:spPr>
              <a:xfrm>
                <a:off x="3332" y="4265"/>
                <a:ext cx="3913" cy="2270"/>
              </a:xfrm>
              <a:prstGeom prst="rect">
                <a:avLst/>
              </a:prstGeom>
              <a:noFill/>
            </p:spPr>
            <p:txBody>
              <a:bodyPr wrap="square" lIns="0" tIns="0" rIns="0" bIns="0" rtlCol="0" anchor="ctr" anchorCtr="1">
                <a:noAutofit/>
              </a:bodyPr>
              <a:lstStyle/>
              <a:p>
                <a:pPr algn="ctr"/>
                <a:r>
                  <a:rPr lang="zh-CN" altLang="en-US" sz="4800" dirty="0">
                    <a:solidFill>
                      <a:schemeClr val="bg1"/>
                    </a:solidFill>
                    <a:latin typeface="思源宋体 CN Heavy" pitchFamily="18" charset="-122"/>
                    <a:ea typeface="思源宋体 CN Heavy" pitchFamily="18" charset="-122"/>
                    <a:cs typeface="思源宋体" panose="02020700000000000000" charset="-122"/>
                  </a:rPr>
                  <a:t>目  录</a:t>
                </a:r>
                <a:endParaRPr lang="en-US" altLang="zh-CN" sz="4800" dirty="0">
                  <a:solidFill>
                    <a:schemeClr val="bg1"/>
                  </a:solidFill>
                  <a:latin typeface="思源宋体 CN Heavy" pitchFamily="18" charset="-122"/>
                  <a:ea typeface="思源宋体 CN Heavy" pitchFamily="18" charset="-122"/>
                  <a:cs typeface="思源宋体" panose="02020700000000000000" charset="-122"/>
                </a:endParaRPr>
              </a:p>
              <a:p>
                <a:pPr algn="ctr"/>
                <a:r>
                  <a:rPr lang="en-US" altLang="zh-CN" sz="2400" dirty="0">
                    <a:solidFill>
                      <a:schemeClr val="bg1"/>
                    </a:solidFill>
                    <a:latin typeface="微软雅黑" panose="020B0503020204020204" pitchFamily="34" charset="-122"/>
                    <a:ea typeface="微软雅黑" panose="020B0503020204020204" pitchFamily="34" charset="-122"/>
                    <a:cs typeface="思源宋体" panose="02020700000000000000" charset="-122"/>
                  </a:rPr>
                  <a:t>CONTENT</a:t>
                </a:r>
                <a:endParaRPr lang="en-US" altLang="zh-CN" sz="2400" dirty="0">
                  <a:solidFill>
                    <a:schemeClr val="bg1"/>
                  </a:solidFill>
                  <a:latin typeface="微软雅黑" panose="020B0503020204020204" pitchFamily="34" charset="-122"/>
                  <a:ea typeface="微软雅黑" panose="020B0503020204020204" pitchFamily="34" charset="-122"/>
                  <a:cs typeface="思源宋体" panose="02020700000000000000" charset="-122"/>
                </a:endParaRPr>
              </a:p>
            </p:txBody>
          </p:sp>
          <p:grpSp>
            <p:nvGrpSpPr>
              <p:cNvPr id="36" name="组合 35"/>
              <p:cNvGrpSpPr/>
              <p:nvPr userDrawn="1"/>
            </p:nvGrpSpPr>
            <p:grpSpPr>
              <a:xfrm>
                <a:off x="2561" y="2640"/>
                <a:ext cx="5457" cy="5520"/>
                <a:chOff x="1810551" y="1863000"/>
                <a:chExt cx="3096000" cy="3132000"/>
              </a:xfrm>
            </p:grpSpPr>
            <p:sp>
              <p:nvSpPr>
                <p:cNvPr id="37" name="椭圆 36"/>
                <p:cNvSpPr/>
                <p:nvPr>
                  <p:custDataLst>
                    <p:tags r:id="rId27"/>
                  </p:custDataLst>
                </p:nvPr>
              </p:nvSpPr>
              <p:spPr>
                <a:xfrm>
                  <a:off x="1810551" y="1881000"/>
                  <a:ext cx="3096000" cy="3096000"/>
                </a:xfrm>
                <a:prstGeom prst="ellipse">
                  <a:avLst/>
                </a:prstGeom>
                <a:noFill/>
                <a:ln>
                  <a:solidFill>
                    <a:srgbClr val="00FFF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p:cNvGrpSpPr/>
                <p:nvPr/>
              </p:nvGrpSpPr>
              <p:grpSpPr>
                <a:xfrm>
                  <a:off x="1831363" y="1863000"/>
                  <a:ext cx="3054377" cy="3132000"/>
                  <a:chOff x="4341778" y="-318640"/>
                  <a:chExt cx="3054377" cy="3132000"/>
                </a:xfrm>
              </p:grpSpPr>
              <p:sp>
                <p:nvSpPr>
                  <p:cNvPr id="39" name="椭圆 38"/>
                  <p:cNvSpPr/>
                  <p:nvPr>
                    <p:custDataLst>
                      <p:tags r:id="rId28"/>
                    </p:custDataLst>
                  </p:nvPr>
                </p:nvSpPr>
                <p:spPr>
                  <a:xfrm rot="5400000">
                    <a:off x="5850966" y="-318640"/>
                    <a:ext cx="36000" cy="36000"/>
                  </a:xfrm>
                  <a:prstGeom prst="ellipse">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custDataLst>
                      <p:tags r:id="rId29"/>
                    </p:custDataLst>
                  </p:nvPr>
                </p:nvSpPr>
                <p:spPr>
                  <a:xfrm rot="5400000">
                    <a:off x="6522618" y="-165340"/>
                    <a:ext cx="36000" cy="36000"/>
                  </a:xfrm>
                  <a:prstGeom prst="ellipse">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custDataLst>
                      <p:tags r:id="rId30"/>
                    </p:custDataLst>
                  </p:nvPr>
                </p:nvSpPr>
                <p:spPr>
                  <a:xfrm rot="5400000">
                    <a:off x="7061241" y="264198"/>
                    <a:ext cx="36000" cy="36000"/>
                  </a:xfrm>
                  <a:prstGeom prst="ellipse">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custDataLst>
                      <p:tags r:id="rId31"/>
                    </p:custDataLst>
                  </p:nvPr>
                </p:nvSpPr>
                <p:spPr>
                  <a:xfrm rot="5400000">
                    <a:off x="7360155" y="884898"/>
                    <a:ext cx="36000" cy="36000"/>
                  </a:xfrm>
                  <a:prstGeom prst="ellipse">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p:custDataLst>
                      <p:tags r:id="rId32"/>
                    </p:custDataLst>
                  </p:nvPr>
                </p:nvSpPr>
                <p:spPr>
                  <a:xfrm rot="5400000">
                    <a:off x="7360155" y="1573822"/>
                    <a:ext cx="36000" cy="36000"/>
                  </a:xfrm>
                  <a:prstGeom prst="ellipse">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custDataLst>
                      <p:tags r:id="rId33"/>
                    </p:custDataLst>
                  </p:nvPr>
                </p:nvSpPr>
                <p:spPr>
                  <a:xfrm rot="5400000">
                    <a:off x="7061241" y="2194522"/>
                    <a:ext cx="36000" cy="36000"/>
                  </a:xfrm>
                  <a:prstGeom prst="ellipse">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custDataLst>
                      <p:tags r:id="rId34"/>
                    </p:custDataLst>
                  </p:nvPr>
                </p:nvSpPr>
                <p:spPr>
                  <a:xfrm rot="5400000">
                    <a:off x="6522618" y="2624060"/>
                    <a:ext cx="36000" cy="36000"/>
                  </a:xfrm>
                  <a:prstGeom prst="ellipse">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custDataLst>
                      <p:tags r:id="rId35"/>
                    </p:custDataLst>
                  </p:nvPr>
                </p:nvSpPr>
                <p:spPr>
                  <a:xfrm rot="5400000">
                    <a:off x="5850966" y="2777360"/>
                    <a:ext cx="36000" cy="36000"/>
                  </a:xfrm>
                  <a:prstGeom prst="ellipse">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custDataLst>
                      <p:tags r:id="rId36"/>
                    </p:custDataLst>
                  </p:nvPr>
                </p:nvSpPr>
                <p:spPr>
                  <a:xfrm rot="5400000">
                    <a:off x="5179314" y="2624060"/>
                    <a:ext cx="36000" cy="36000"/>
                  </a:xfrm>
                  <a:prstGeom prst="ellipse">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custDataLst>
                      <p:tags r:id="rId37"/>
                    </p:custDataLst>
                  </p:nvPr>
                </p:nvSpPr>
                <p:spPr>
                  <a:xfrm rot="5400000">
                    <a:off x="4640691" y="2194522"/>
                    <a:ext cx="36000" cy="36000"/>
                  </a:xfrm>
                  <a:prstGeom prst="ellipse">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custDataLst>
                      <p:tags r:id="rId38"/>
                    </p:custDataLst>
                  </p:nvPr>
                </p:nvSpPr>
                <p:spPr>
                  <a:xfrm rot="5400000">
                    <a:off x="4341778" y="1573822"/>
                    <a:ext cx="36000" cy="36000"/>
                  </a:xfrm>
                  <a:prstGeom prst="ellipse">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custDataLst>
                      <p:tags r:id="rId39"/>
                    </p:custDataLst>
                  </p:nvPr>
                </p:nvSpPr>
                <p:spPr>
                  <a:xfrm rot="5400000">
                    <a:off x="4341778" y="884898"/>
                    <a:ext cx="36000" cy="36000"/>
                  </a:xfrm>
                  <a:prstGeom prst="ellipse">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custDataLst>
                      <p:tags r:id="rId40"/>
                    </p:custDataLst>
                  </p:nvPr>
                </p:nvSpPr>
                <p:spPr>
                  <a:xfrm rot="5400000">
                    <a:off x="4640691" y="264198"/>
                    <a:ext cx="36000" cy="36000"/>
                  </a:xfrm>
                  <a:prstGeom prst="ellipse">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custDataLst>
                      <p:tags r:id="rId41"/>
                    </p:custDataLst>
                  </p:nvPr>
                </p:nvSpPr>
                <p:spPr>
                  <a:xfrm rot="5400000">
                    <a:off x="5179314" y="-165340"/>
                    <a:ext cx="36000" cy="36000"/>
                  </a:xfrm>
                  <a:prstGeom prst="ellipse">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grpSp>
      <p:sp>
        <p:nvSpPr>
          <p:cNvPr id="59" name="平行四边形 58"/>
          <p:cNvSpPr/>
          <p:nvPr userDrawn="1">
            <p:custDataLst>
              <p:tags r:id="rId42"/>
            </p:custDataLst>
          </p:nvPr>
        </p:nvSpPr>
        <p:spPr>
          <a:xfrm flipV="1">
            <a:off x="6757035" y="1992630"/>
            <a:ext cx="71755" cy="2857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60" name="任意多边形: 形状 51"/>
          <p:cNvSpPr/>
          <p:nvPr userDrawn="1">
            <p:custDataLst>
              <p:tags r:id="rId43"/>
            </p:custDataLst>
          </p:nvPr>
        </p:nvSpPr>
        <p:spPr>
          <a:xfrm>
            <a:off x="5932170" y="1981200"/>
            <a:ext cx="751840" cy="622300"/>
          </a:xfrm>
          <a:custGeom>
            <a:avLst/>
            <a:gdLst>
              <a:gd name="connsiteX0" fmla="*/ 0 w 751917"/>
              <a:gd name="connsiteY0" fmla="*/ 0 h 622039"/>
              <a:gd name="connsiteX1" fmla="*/ 751917 w 751917"/>
              <a:gd name="connsiteY1" fmla="*/ 0 h 622039"/>
              <a:gd name="connsiteX2" fmla="*/ 751917 w 751917"/>
              <a:gd name="connsiteY2" fmla="*/ 622039 h 622039"/>
              <a:gd name="connsiteX3" fmla="*/ 103675 w 751917"/>
              <a:gd name="connsiteY3" fmla="*/ 622039 h 622039"/>
              <a:gd name="connsiteX4" fmla="*/ 0 w 751917"/>
              <a:gd name="connsiteY4" fmla="*/ 518364 h 622039"/>
              <a:gd name="connsiteX5" fmla="*/ 0 w 751917"/>
              <a:gd name="connsiteY5" fmla="*/ 0 h 622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1917" h="622039">
                <a:moveTo>
                  <a:pt x="0" y="0"/>
                </a:moveTo>
                <a:lnTo>
                  <a:pt x="751917" y="0"/>
                </a:lnTo>
                <a:lnTo>
                  <a:pt x="751917" y="622039"/>
                </a:lnTo>
                <a:lnTo>
                  <a:pt x="103675" y="622039"/>
                </a:lnTo>
                <a:lnTo>
                  <a:pt x="0" y="518364"/>
                </a:lnTo>
                <a:lnTo>
                  <a:pt x="0" y="0"/>
                </a:lnTo>
                <a:close/>
              </a:path>
            </a:pathLst>
          </a:custGeom>
          <a:gradFill>
            <a:gsLst>
              <a:gs pos="0">
                <a:schemeClr val="accent3">
                  <a:alpha val="0"/>
                </a:schemeClr>
              </a:gs>
              <a:gs pos="90000">
                <a:srgbClr val="00FFFF">
                  <a:alpha val="10000"/>
                </a:srgbClr>
              </a:gs>
            </a:gsLst>
            <a:path path="circle">
              <a:fillToRect l="50000" t="50000" r="50000" b="50000"/>
            </a:path>
          </a:gradFill>
          <a:ln w="6350">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宋体 CN Heavy" pitchFamily="18" charset="-122"/>
              <a:ea typeface="思源宋体 CN Heavy" pitchFamily="18" charset="-122"/>
            </a:endParaRPr>
          </a:p>
        </p:txBody>
      </p:sp>
      <p:sp>
        <p:nvSpPr>
          <p:cNvPr id="61" name="任意多边形: 形状 52"/>
          <p:cNvSpPr/>
          <p:nvPr userDrawn="1">
            <p:custDataLst>
              <p:tags r:id="rId44"/>
            </p:custDataLst>
          </p:nvPr>
        </p:nvSpPr>
        <p:spPr>
          <a:xfrm>
            <a:off x="6741795" y="1981200"/>
            <a:ext cx="4182110" cy="622300"/>
          </a:xfrm>
          <a:custGeom>
            <a:avLst/>
            <a:gdLst>
              <a:gd name="connsiteX0" fmla="*/ 0 w 4181917"/>
              <a:gd name="connsiteY0" fmla="*/ 0 h 622039"/>
              <a:gd name="connsiteX1" fmla="*/ 4078242 w 4181917"/>
              <a:gd name="connsiteY1" fmla="*/ 0 h 622039"/>
              <a:gd name="connsiteX2" fmla="*/ 4181917 w 4181917"/>
              <a:gd name="connsiteY2" fmla="*/ 103675 h 622039"/>
              <a:gd name="connsiteX3" fmla="*/ 4181917 w 4181917"/>
              <a:gd name="connsiteY3" fmla="*/ 586705 h 622039"/>
              <a:gd name="connsiteX4" fmla="*/ 3512680 w 4181917"/>
              <a:gd name="connsiteY4" fmla="*/ 586705 h 622039"/>
              <a:gd name="connsiteX5" fmla="*/ 3547874 w 4181917"/>
              <a:gd name="connsiteY5" fmla="*/ 622039 h 622039"/>
              <a:gd name="connsiteX6" fmla="*/ 0 w 4181917"/>
              <a:gd name="connsiteY6" fmla="*/ 622039 h 622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1917" h="622039">
                <a:moveTo>
                  <a:pt x="0" y="0"/>
                </a:moveTo>
                <a:lnTo>
                  <a:pt x="4078242" y="0"/>
                </a:lnTo>
                <a:lnTo>
                  <a:pt x="4181917" y="103675"/>
                </a:lnTo>
                <a:lnTo>
                  <a:pt x="4181917" y="586705"/>
                </a:lnTo>
                <a:lnTo>
                  <a:pt x="3512680" y="586705"/>
                </a:lnTo>
                <a:lnTo>
                  <a:pt x="3547874" y="622039"/>
                </a:lnTo>
                <a:lnTo>
                  <a:pt x="0" y="622039"/>
                </a:lnTo>
                <a:close/>
              </a:path>
            </a:pathLst>
          </a:custGeom>
          <a:gradFill>
            <a:gsLst>
              <a:gs pos="0">
                <a:schemeClr val="accent3">
                  <a:alpha val="0"/>
                </a:schemeClr>
              </a:gs>
              <a:gs pos="90000">
                <a:srgbClr val="00FFFF">
                  <a:alpha val="10000"/>
                </a:srgbClr>
              </a:gs>
            </a:gsLst>
            <a:path path="circle">
              <a:fillToRect l="50000" t="50000" r="50000" b="50000"/>
            </a:path>
          </a:gradFill>
          <a:ln w="6350">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宋体 CN Heavy" pitchFamily="18" charset="-122"/>
              <a:ea typeface="思源宋体 CN Heavy" pitchFamily="18" charset="-122"/>
            </a:endParaRPr>
          </a:p>
        </p:txBody>
      </p:sp>
      <p:pic>
        <p:nvPicPr>
          <p:cNvPr id="62" name="图片 61"/>
          <p:cNvPicPr>
            <a:picLocks noChangeAspect="1"/>
          </p:cNvPicPr>
          <p:nvPr userDrawn="1">
            <p:custDataLst>
              <p:tags r:id="rId45"/>
            </p:custDataLst>
          </p:nvPr>
        </p:nvPicPr>
        <p:blipFill>
          <a:blip r:embed="rId46" cstate="screen">
            <a:duotone>
              <a:schemeClr val="accent4">
                <a:shade val="45000"/>
                <a:satMod val="135000"/>
              </a:schemeClr>
              <a:prstClr val="white"/>
            </a:duotone>
          </a:blip>
          <a:stretch>
            <a:fillRect/>
          </a:stretch>
        </p:blipFill>
        <p:spPr>
          <a:xfrm>
            <a:off x="9885680" y="2384425"/>
            <a:ext cx="1037590" cy="185420"/>
          </a:xfrm>
          <a:prstGeom prst="rect">
            <a:avLst/>
          </a:prstGeom>
        </p:spPr>
      </p:pic>
      <p:sp>
        <p:nvSpPr>
          <p:cNvPr id="63" name="文本框 62"/>
          <p:cNvSpPr txBox="1"/>
          <p:nvPr userDrawn="1">
            <p:custDataLst>
              <p:tags r:id="rId47"/>
            </p:custDataLst>
          </p:nvPr>
        </p:nvSpPr>
        <p:spPr>
          <a:xfrm>
            <a:off x="5989955" y="2015490"/>
            <a:ext cx="618490" cy="614045"/>
          </a:xfrm>
          <a:prstGeom prst="rect">
            <a:avLst/>
          </a:prstGeom>
          <a:noFill/>
        </p:spPr>
        <p:txBody>
          <a:bodyPr wrap="none" lIns="0" tIns="0" rIns="0" bIns="0" rtlCol="0" anchor="t" anchorCtr="0">
            <a:noAutofit/>
          </a:bodyPr>
          <a:lstStyle/>
          <a:p>
            <a:pPr algn="ctr"/>
            <a:r>
              <a:rPr lang="en-US" altLang="zh-CN" sz="3600" dirty="0">
                <a:solidFill>
                  <a:schemeClr val="bg1"/>
                </a:solidFill>
                <a:latin typeface="思源宋体 CN Heavy" pitchFamily="18" charset="-122"/>
                <a:ea typeface="思源宋体 CN Heavy" pitchFamily="18" charset="-122"/>
              </a:rPr>
              <a:t>1</a:t>
            </a:r>
            <a:endParaRPr lang="en-US" altLang="zh-CN" sz="3600" dirty="0">
              <a:solidFill>
                <a:schemeClr val="bg1"/>
              </a:solidFill>
              <a:latin typeface="思源宋体 CN Heavy" pitchFamily="18" charset="-122"/>
              <a:ea typeface="思源宋体 CN Heavy" pitchFamily="18" charset="-122"/>
            </a:endParaRPr>
          </a:p>
        </p:txBody>
      </p:sp>
      <p:sp>
        <p:nvSpPr>
          <p:cNvPr id="64" name="任意多边形: 形状 57"/>
          <p:cNvSpPr/>
          <p:nvPr userDrawn="1">
            <p:custDataLst>
              <p:tags r:id="rId48"/>
            </p:custDataLst>
          </p:nvPr>
        </p:nvSpPr>
        <p:spPr>
          <a:xfrm>
            <a:off x="5932170" y="2442845"/>
            <a:ext cx="164465" cy="160020"/>
          </a:xfrm>
          <a:custGeom>
            <a:avLst/>
            <a:gdLst>
              <a:gd name="connsiteX0" fmla="*/ 0 w 487049"/>
              <a:gd name="connsiteY0" fmla="*/ 0 h 487049"/>
              <a:gd name="connsiteX1" fmla="*/ 487049 w 487049"/>
              <a:gd name="connsiteY1" fmla="*/ 487049 h 487049"/>
              <a:gd name="connsiteX2" fmla="*/ 236304 w 487049"/>
              <a:gd name="connsiteY2" fmla="*/ 487049 h 487049"/>
              <a:gd name="connsiteX3" fmla="*/ 0 w 487049"/>
              <a:gd name="connsiteY3" fmla="*/ 250745 h 487049"/>
              <a:gd name="connsiteX4" fmla="*/ 0 w 487049"/>
              <a:gd name="connsiteY4" fmla="*/ 0 h 487049"/>
              <a:gd name="connsiteX0-1" fmla="*/ 0 w 487049"/>
              <a:gd name="connsiteY0-2" fmla="*/ 0 h 487049"/>
              <a:gd name="connsiteX1-3" fmla="*/ 249038 w 487049"/>
              <a:gd name="connsiteY1-4" fmla="*/ 246188 h 487049"/>
              <a:gd name="connsiteX2-5" fmla="*/ 487049 w 487049"/>
              <a:gd name="connsiteY2-6" fmla="*/ 487049 h 487049"/>
              <a:gd name="connsiteX3-7" fmla="*/ 236304 w 487049"/>
              <a:gd name="connsiteY3-8" fmla="*/ 487049 h 487049"/>
              <a:gd name="connsiteX4-9" fmla="*/ 0 w 487049"/>
              <a:gd name="connsiteY4-10" fmla="*/ 250745 h 487049"/>
              <a:gd name="connsiteX5" fmla="*/ 0 w 487049"/>
              <a:gd name="connsiteY5" fmla="*/ 0 h 487049"/>
              <a:gd name="connsiteX0-11" fmla="*/ 249038 w 487049"/>
              <a:gd name="connsiteY0-12" fmla="*/ 246188 h 487049"/>
              <a:gd name="connsiteX1-13" fmla="*/ 487049 w 487049"/>
              <a:gd name="connsiteY1-14" fmla="*/ 487049 h 487049"/>
              <a:gd name="connsiteX2-15" fmla="*/ 236304 w 487049"/>
              <a:gd name="connsiteY2-16" fmla="*/ 487049 h 487049"/>
              <a:gd name="connsiteX3-17" fmla="*/ 0 w 487049"/>
              <a:gd name="connsiteY3-18" fmla="*/ 250745 h 487049"/>
              <a:gd name="connsiteX4-19" fmla="*/ 0 w 487049"/>
              <a:gd name="connsiteY4-20" fmla="*/ 0 h 487049"/>
              <a:gd name="connsiteX5-21" fmla="*/ 340478 w 487049"/>
              <a:gd name="connsiteY5-22" fmla="*/ 337628 h 487049"/>
              <a:gd name="connsiteX0-23" fmla="*/ 487049 w 487049"/>
              <a:gd name="connsiteY0-24" fmla="*/ 487049 h 487049"/>
              <a:gd name="connsiteX1-25" fmla="*/ 236304 w 487049"/>
              <a:gd name="connsiteY1-26" fmla="*/ 487049 h 487049"/>
              <a:gd name="connsiteX2-27" fmla="*/ 0 w 487049"/>
              <a:gd name="connsiteY2-28" fmla="*/ 250745 h 487049"/>
              <a:gd name="connsiteX3-29" fmla="*/ 0 w 487049"/>
              <a:gd name="connsiteY3-30" fmla="*/ 0 h 487049"/>
              <a:gd name="connsiteX4-31" fmla="*/ 340478 w 487049"/>
              <a:gd name="connsiteY4-32" fmla="*/ 337628 h 487049"/>
              <a:gd name="connsiteX0-33" fmla="*/ 487049 w 487049"/>
              <a:gd name="connsiteY0-34" fmla="*/ 487049 h 487049"/>
              <a:gd name="connsiteX1-35" fmla="*/ 236304 w 487049"/>
              <a:gd name="connsiteY1-36" fmla="*/ 487049 h 487049"/>
              <a:gd name="connsiteX2-37" fmla="*/ 0 w 487049"/>
              <a:gd name="connsiteY2-38" fmla="*/ 250745 h 487049"/>
              <a:gd name="connsiteX3-39" fmla="*/ 0 w 487049"/>
              <a:gd name="connsiteY3-40" fmla="*/ 0 h 487049"/>
              <a:gd name="connsiteX0-41" fmla="*/ 489855 w 489855"/>
              <a:gd name="connsiteY0-42" fmla="*/ 372012 h 372012"/>
              <a:gd name="connsiteX1-43" fmla="*/ 239110 w 489855"/>
              <a:gd name="connsiteY1-44" fmla="*/ 372012 h 372012"/>
              <a:gd name="connsiteX2-45" fmla="*/ 2806 w 489855"/>
              <a:gd name="connsiteY2-46" fmla="*/ 135708 h 372012"/>
              <a:gd name="connsiteX3-47" fmla="*/ 0 w 489855"/>
              <a:gd name="connsiteY3-48" fmla="*/ 0 h 372012"/>
              <a:gd name="connsiteX0-49" fmla="*/ 383236 w 383236"/>
              <a:gd name="connsiteY0-50" fmla="*/ 372012 h 372012"/>
              <a:gd name="connsiteX1-51" fmla="*/ 239110 w 383236"/>
              <a:gd name="connsiteY1-52" fmla="*/ 372012 h 372012"/>
              <a:gd name="connsiteX2-53" fmla="*/ 2806 w 383236"/>
              <a:gd name="connsiteY2-54" fmla="*/ 135708 h 372012"/>
              <a:gd name="connsiteX3-55" fmla="*/ 0 w 383236"/>
              <a:gd name="connsiteY3-56" fmla="*/ 0 h 372012"/>
            </a:gdLst>
            <a:ahLst/>
            <a:cxnLst>
              <a:cxn ang="0">
                <a:pos x="connsiteX0-1" y="connsiteY0-2"/>
              </a:cxn>
              <a:cxn ang="0">
                <a:pos x="connsiteX1-3" y="connsiteY1-4"/>
              </a:cxn>
              <a:cxn ang="0">
                <a:pos x="connsiteX2-5" y="connsiteY2-6"/>
              </a:cxn>
              <a:cxn ang="0">
                <a:pos x="connsiteX3-7" y="connsiteY3-8"/>
              </a:cxn>
            </a:cxnLst>
            <a:rect l="l" t="t" r="r" b="b"/>
            <a:pathLst>
              <a:path w="383236" h="372012">
                <a:moveTo>
                  <a:pt x="383236" y="372012"/>
                </a:moveTo>
                <a:lnTo>
                  <a:pt x="239110" y="372012"/>
                </a:lnTo>
                <a:lnTo>
                  <a:pt x="2806" y="135708"/>
                </a:lnTo>
                <a:cubicBezTo>
                  <a:pt x="1871" y="90472"/>
                  <a:pt x="935" y="45236"/>
                  <a:pt x="0" y="0"/>
                </a:cubicBezTo>
              </a:path>
            </a:pathLst>
          </a:custGeom>
          <a:noFill/>
          <a:ln w="31750" cap="sq">
            <a:solidFill>
              <a:schemeClr val="accent5"/>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宋体 CN Heavy" pitchFamily="18" charset="-122"/>
              <a:ea typeface="思源宋体 CN Heavy" pitchFamily="18" charset="-122"/>
            </a:endParaRPr>
          </a:p>
        </p:txBody>
      </p:sp>
      <p:sp>
        <p:nvSpPr>
          <p:cNvPr id="65" name="任意多边形: 形状 58"/>
          <p:cNvSpPr/>
          <p:nvPr userDrawn="1">
            <p:custDataLst>
              <p:tags r:id="rId49"/>
            </p:custDataLst>
          </p:nvPr>
        </p:nvSpPr>
        <p:spPr>
          <a:xfrm rot="10800000">
            <a:off x="10758805" y="1981200"/>
            <a:ext cx="164465" cy="160020"/>
          </a:xfrm>
          <a:custGeom>
            <a:avLst/>
            <a:gdLst>
              <a:gd name="connsiteX0" fmla="*/ 0 w 487049"/>
              <a:gd name="connsiteY0" fmla="*/ 0 h 487049"/>
              <a:gd name="connsiteX1" fmla="*/ 487049 w 487049"/>
              <a:gd name="connsiteY1" fmla="*/ 487049 h 487049"/>
              <a:gd name="connsiteX2" fmla="*/ 236304 w 487049"/>
              <a:gd name="connsiteY2" fmla="*/ 487049 h 487049"/>
              <a:gd name="connsiteX3" fmla="*/ 0 w 487049"/>
              <a:gd name="connsiteY3" fmla="*/ 250745 h 487049"/>
              <a:gd name="connsiteX4" fmla="*/ 0 w 487049"/>
              <a:gd name="connsiteY4" fmla="*/ 0 h 487049"/>
              <a:gd name="connsiteX0-1" fmla="*/ 0 w 487049"/>
              <a:gd name="connsiteY0-2" fmla="*/ 0 h 487049"/>
              <a:gd name="connsiteX1-3" fmla="*/ 249038 w 487049"/>
              <a:gd name="connsiteY1-4" fmla="*/ 246188 h 487049"/>
              <a:gd name="connsiteX2-5" fmla="*/ 487049 w 487049"/>
              <a:gd name="connsiteY2-6" fmla="*/ 487049 h 487049"/>
              <a:gd name="connsiteX3-7" fmla="*/ 236304 w 487049"/>
              <a:gd name="connsiteY3-8" fmla="*/ 487049 h 487049"/>
              <a:gd name="connsiteX4-9" fmla="*/ 0 w 487049"/>
              <a:gd name="connsiteY4-10" fmla="*/ 250745 h 487049"/>
              <a:gd name="connsiteX5" fmla="*/ 0 w 487049"/>
              <a:gd name="connsiteY5" fmla="*/ 0 h 487049"/>
              <a:gd name="connsiteX0-11" fmla="*/ 249038 w 487049"/>
              <a:gd name="connsiteY0-12" fmla="*/ 246188 h 487049"/>
              <a:gd name="connsiteX1-13" fmla="*/ 487049 w 487049"/>
              <a:gd name="connsiteY1-14" fmla="*/ 487049 h 487049"/>
              <a:gd name="connsiteX2-15" fmla="*/ 236304 w 487049"/>
              <a:gd name="connsiteY2-16" fmla="*/ 487049 h 487049"/>
              <a:gd name="connsiteX3-17" fmla="*/ 0 w 487049"/>
              <a:gd name="connsiteY3-18" fmla="*/ 250745 h 487049"/>
              <a:gd name="connsiteX4-19" fmla="*/ 0 w 487049"/>
              <a:gd name="connsiteY4-20" fmla="*/ 0 h 487049"/>
              <a:gd name="connsiteX5-21" fmla="*/ 340478 w 487049"/>
              <a:gd name="connsiteY5-22" fmla="*/ 337628 h 487049"/>
              <a:gd name="connsiteX0-23" fmla="*/ 487049 w 487049"/>
              <a:gd name="connsiteY0-24" fmla="*/ 487049 h 487049"/>
              <a:gd name="connsiteX1-25" fmla="*/ 236304 w 487049"/>
              <a:gd name="connsiteY1-26" fmla="*/ 487049 h 487049"/>
              <a:gd name="connsiteX2-27" fmla="*/ 0 w 487049"/>
              <a:gd name="connsiteY2-28" fmla="*/ 250745 h 487049"/>
              <a:gd name="connsiteX3-29" fmla="*/ 0 w 487049"/>
              <a:gd name="connsiteY3-30" fmla="*/ 0 h 487049"/>
              <a:gd name="connsiteX4-31" fmla="*/ 340478 w 487049"/>
              <a:gd name="connsiteY4-32" fmla="*/ 337628 h 487049"/>
              <a:gd name="connsiteX0-33" fmla="*/ 487049 w 487049"/>
              <a:gd name="connsiteY0-34" fmla="*/ 487049 h 487049"/>
              <a:gd name="connsiteX1-35" fmla="*/ 236304 w 487049"/>
              <a:gd name="connsiteY1-36" fmla="*/ 487049 h 487049"/>
              <a:gd name="connsiteX2-37" fmla="*/ 0 w 487049"/>
              <a:gd name="connsiteY2-38" fmla="*/ 250745 h 487049"/>
              <a:gd name="connsiteX3-39" fmla="*/ 0 w 487049"/>
              <a:gd name="connsiteY3-40" fmla="*/ 0 h 487049"/>
              <a:gd name="connsiteX0-41" fmla="*/ 489855 w 489855"/>
              <a:gd name="connsiteY0-42" fmla="*/ 372012 h 372012"/>
              <a:gd name="connsiteX1-43" fmla="*/ 239110 w 489855"/>
              <a:gd name="connsiteY1-44" fmla="*/ 372012 h 372012"/>
              <a:gd name="connsiteX2-45" fmla="*/ 2806 w 489855"/>
              <a:gd name="connsiteY2-46" fmla="*/ 135708 h 372012"/>
              <a:gd name="connsiteX3-47" fmla="*/ 0 w 489855"/>
              <a:gd name="connsiteY3-48" fmla="*/ 0 h 372012"/>
              <a:gd name="connsiteX0-49" fmla="*/ 383236 w 383236"/>
              <a:gd name="connsiteY0-50" fmla="*/ 372012 h 372012"/>
              <a:gd name="connsiteX1-51" fmla="*/ 239110 w 383236"/>
              <a:gd name="connsiteY1-52" fmla="*/ 372012 h 372012"/>
              <a:gd name="connsiteX2-53" fmla="*/ 2806 w 383236"/>
              <a:gd name="connsiteY2-54" fmla="*/ 135708 h 372012"/>
              <a:gd name="connsiteX3-55" fmla="*/ 0 w 383236"/>
              <a:gd name="connsiteY3-56" fmla="*/ 0 h 372012"/>
            </a:gdLst>
            <a:ahLst/>
            <a:cxnLst>
              <a:cxn ang="0">
                <a:pos x="connsiteX0-1" y="connsiteY0-2"/>
              </a:cxn>
              <a:cxn ang="0">
                <a:pos x="connsiteX1-3" y="connsiteY1-4"/>
              </a:cxn>
              <a:cxn ang="0">
                <a:pos x="connsiteX2-5" y="connsiteY2-6"/>
              </a:cxn>
              <a:cxn ang="0">
                <a:pos x="connsiteX3-7" y="connsiteY3-8"/>
              </a:cxn>
            </a:cxnLst>
            <a:rect l="l" t="t" r="r" b="b"/>
            <a:pathLst>
              <a:path w="383236" h="372012">
                <a:moveTo>
                  <a:pt x="383236" y="372012"/>
                </a:moveTo>
                <a:lnTo>
                  <a:pt x="239110" y="372012"/>
                </a:lnTo>
                <a:lnTo>
                  <a:pt x="2806" y="135708"/>
                </a:lnTo>
                <a:cubicBezTo>
                  <a:pt x="1871" y="90472"/>
                  <a:pt x="935" y="45236"/>
                  <a:pt x="0" y="0"/>
                </a:cubicBezTo>
              </a:path>
            </a:pathLst>
          </a:custGeom>
          <a:noFill/>
          <a:ln w="31750" cap="sq">
            <a:solidFill>
              <a:srgbClr val="FFFF00"/>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宋体 CN Heavy" pitchFamily="18" charset="-122"/>
              <a:ea typeface="思源宋体 CN Heavy" pitchFamily="18" charset="-122"/>
            </a:endParaRPr>
          </a:p>
        </p:txBody>
      </p:sp>
      <p:sp>
        <p:nvSpPr>
          <p:cNvPr id="66" name="直角三角形 65"/>
          <p:cNvSpPr/>
          <p:nvPr userDrawn="1">
            <p:custDataLst>
              <p:tags r:id="rId50"/>
            </p:custDataLst>
          </p:nvPr>
        </p:nvSpPr>
        <p:spPr>
          <a:xfrm rot="10800000">
            <a:off x="6570345" y="1981200"/>
            <a:ext cx="113665" cy="113665"/>
          </a:xfrm>
          <a:prstGeom prst="rtTriangle">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67" name="平行四边形 66"/>
          <p:cNvSpPr/>
          <p:nvPr userDrawn="1">
            <p:custDataLst>
              <p:tags r:id="rId51"/>
            </p:custDataLst>
          </p:nvPr>
        </p:nvSpPr>
        <p:spPr>
          <a:xfrm flipV="1">
            <a:off x="6810375" y="1992630"/>
            <a:ext cx="71755" cy="2857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68" name="平行四边形 67"/>
          <p:cNvSpPr/>
          <p:nvPr userDrawn="1">
            <p:custDataLst>
              <p:tags r:id="rId52"/>
            </p:custDataLst>
          </p:nvPr>
        </p:nvSpPr>
        <p:spPr>
          <a:xfrm flipV="1">
            <a:off x="6863080" y="1992630"/>
            <a:ext cx="71755" cy="2857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69" name="平行四边形 68"/>
          <p:cNvSpPr/>
          <p:nvPr userDrawn="1">
            <p:custDataLst>
              <p:tags r:id="rId53"/>
            </p:custDataLst>
          </p:nvPr>
        </p:nvSpPr>
        <p:spPr>
          <a:xfrm flipV="1">
            <a:off x="10292080" y="2574290"/>
            <a:ext cx="71755" cy="2857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70" name="平行四边形 69"/>
          <p:cNvSpPr/>
          <p:nvPr userDrawn="1">
            <p:custDataLst>
              <p:tags r:id="rId54"/>
            </p:custDataLst>
          </p:nvPr>
        </p:nvSpPr>
        <p:spPr>
          <a:xfrm flipV="1">
            <a:off x="10354310" y="2574290"/>
            <a:ext cx="71755" cy="2857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71" name="平行四边形 70"/>
          <p:cNvSpPr/>
          <p:nvPr userDrawn="1">
            <p:custDataLst>
              <p:tags r:id="rId55"/>
            </p:custDataLst>
          </p:nvPr>
        </p:nvSpPr>
        <p:spPr>
          <a:xfrm flipV="1">
            <a:off x="10416540" y="2574290"/>
            <a:ext cx="71755" cy="2857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72" name="平行四边形 71"/>
          <p:cNvSpPr/>
          <p:nvPr userDrawn="1">
            <p:custDataLst>
              <p:tags r:id="rId56"/>
            </p:custDataLst>
          </p:nvPr>
        </p:nvSpPr>
        <p:spPr>
          <a:xfrm flipV="1">
            <a:off x="10478770" y="2574290"/>
            <a:ext cx="71755" cy="2857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74" name="平行四边形 73"/>
          <p:cNvSpPr/>
          <p:nvPr userDrawn="1">
            <p:custDataLst>
              <p:tags r:id="rId57"/>
            </p:custDataLst>
          </p:nvPr>
        </p:nvSpPr>
        <p:spPr>
          <a:xfrm flipV="1">
            <a:off x="10603230" y="2574290"/>
            <a:ext cx="71755" cy="2857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75" name="平行四边形 74"/>
          <p:cNvSpPr/>
          <p:nvPr userDrawn="1">
            <p:custDataLst>
              <p:tags r:id="rId58"/>
            </p:custDataLst>
          </p:nvPr>
        </p:nvSpPr>
        <p:spPr>
          <a:xfrm flipV="1">
            <a:off x="10541000" y="2574290"/>
            <a:ext cx="71755" cy="2857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76" name="平行四边形 75"/>
          <p:cNvSpPr/>
          <p:nvPr userDrawn="1">
            <p:custDataLst>
              <p:tags r:id="rId59"/>
            </p:custDataLst>
          </p:nvPr>
        </p:nvSpPr>
        <p:spPr>
          <a:xfrm flipV="1">
            <a:off x="10664825" y="2574290"/>
            <a:ext cx="71755" cy="2857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77" name="平行四边形 76"/>
          <p:cNvSpPr/>
          <p:nvPr userDrawn="1">
            <p:custDataLst>
              <p:tags r:id="rId60"/>
            </p:custDataLst>
          </p:nvPr>
        </p:nvSpPr>
        <p:spPr>
          <a:xfrm flipV="1">
            <a:off x="10727055" y="2574290"/>
            <a:ext cx="71755" cy="2857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78" name="平行四边形 77"/>
          <p:cNvSpPr/>
          <p:nvPr userDrawn="1">
            <p:custDataLst>
              <p:tags r:id="rId61"/>
            </p:custDataLst>
          </p:nvPr>
        </p:nvSpPr>
        <p:spPr>
          <a:xfrm flipV="1">
            <a:off x="10789285" y="2574290"/>
            <a:ext cx="71755" cy="2857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79" name="平行四边形 78"/>
          <p:cNvSpPr/>
          <p:nvPr userDrawn="1">
            <p:custDataLst>
              <p:tags r:id="rId62"/>
            </p:custDataLst>
          </p:nvPr>
        </p:nvSpPr>
        <p:spPr>
          <a:xfrm flipV="1">
            <a:off x="10851515" y="2574290"/>
            <a:ext cx="71755" cy="2857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81" name="catalog1"/>
          <p:cNvSpPr txBox="1"/>
          <p:nvPr>
            <p:custDataLst>
              <p:tags r:id="rId63"/>
            </p:custDataLst>
          </p:nvPr>
        </p:nvSpPr>
        <p:spPr>
          <a:xfrm>
            <a:off x="6741160" y="2044065"/>
            <a:ext cx="3928745" cy="521970"/>
          </a:xfrm>
          <a:prstGeom prst="rect">
            <a:avLst/>
          </a:prstGeom>
          <a:noFill/>
        </p:spPr>
        <p:txBody>
          <a:bodyPr wrap="square" rtlCol="0">
            <a:spAutoFit/>
          </a:bodyPr>
          <a:lstStyle/>
          <a:p>
            <a:r>
              <a:rPr lang="zh-CN" altLang="en-US" sz="2800" dirty="0">
                <a:solidFill>
                  <a:schemeClr val="bg1"/>
                </a:solidFill>
                <a:latin typeface="思源宋体 CN Heavy" pitchFamily="18" charset="-122"/>
                <a:ea typeface="思源宋体 CN Heavy" pitchFamily="18" charset="-122"/>
                <a:cs typeface="思源宋体" panose="02020700000000000000" charset="-122"/>
                <a:sym typeface="HanWangHeiHeavy" panose="02000500000000000000" pitchFamily="2" charset="-120"/>
              </a:rPr>
              <a:t>打绘画介绍单位问问</a:t>
            </a:r>
            <a:endParaRPr lang="zh-CN" altLang="en-US" sz="2800" dirty="0">
              <a:solidFill>
                <a:schemeClr val="bg1"/>
              </a:solidFill>
              <a:latin typeface="思源宋体 CN Heavy" pitchFamily="18" charset="-122"/>
              <a:ea typeface="思源宋体 CN Heavy" pitchFamily="18" charset="-122"/>
              <a:cs typeface="思源宋体" panose="02020700000000000000" charset="-122"/>
              <a:sym typeface="HanWangHeiHeavy" panose="02000500000000000000" pitchFamily="2" charset="-120"/>
            </a:endParaRPr>
          </a:p>
        </p:txBody>
      </p:sp>
      <p:grpSp>
        <p:nvGrpSpPr>
          <p:cNvPr id="84" name="组合 83"/>
          <p:cNvGrpSpPr/>
          <p:nvPr>
            <p:custDataLst>
              <p:tags r:id="rId64"/>
            </p:custDataLst>
          </p:nvPr>
        </p:nvGrpSpPr>
        <p:grpSpPr>
          <a:xfrm rot="0">
            <a:off x="5989955" y="3105150"/>
            <a:ext cx="4991735" cy="647700"/>
            <a:chOff x="9342" y="2990"/>
            <a:chExt cx="7861" cy="1020"/>
          </a:xfrm>
        </p:grpSpPr>
        <p:sp>
          <p:nvSpPr>
            <p:cNvPr id="85" name="平行四边形 84"/>
            <p:cNvSpPr/>
            <p:nvPr userDrawn="1">
              <p:custDataLst>
                <p:tags r:id="rId65"/>
              </p:custDataLst>
            </p:nvPr>
          </p:nvSpPr>
          <p:spPr>
            <a:xfrm flipV="1">
              <a:off x="10641" y="3008"/>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86" name="任意多边形: 形状 51"/>
            <p:cNvSpPr/>
            <p:nvPr userDrawn="1">
              <p:custDataLst>
                <p:tags r:id="rId66"/>
              </p:custDataLst>
            </p:nvPr>
          </p:nvSpPr>
          <p:spPr>
            <a:xfrm>
              <a:off x="9342" y="2990"/>
              <a:ext cx="1184" cy="980"/>
            </a:xfrm>
            <a:custGeom>
              <a:avLst/>
              <a:gdLst>
                <a:gd name="connsiteX0" fmla="*/ 0 w 751917"/>
                <a:gd name="connsiteY0" fmla="*/ 0 h 622039"/>
                <a:gd name="connsiteX1" fmla="*/ 751917 w 751917"/>
                <a:gd name="connsiteY1" fmla="*/ 0 h 622039"/>
                <a:gd name="connsiteX2" fmla="*/ 751917 w 751917"/>
                <a:gd name="connsiteY2" fmla="*/ 622039 h 622039"/>
                <a:gd name="connsiteX3" fmla="*/ 103675 w 751917"/>
                <a:gd name="connsiteY3" fmla="*/ 622039 h 622039"/>
                <a:gd name="connsiteX4" fmla="*/ 0 w 751917"/>
                <a:gd name="connsiteY4" fmla="*/ 518364 h 622039"/>
                <a:gd name="connsiteX5" fmla="*/ 0 w 751917"/>
                <a:gd name="connsiteY5" fmla="*/ 0 h 622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1917" h="622039">
                  <a:moveTo>
                    <a:pt x="0" y="0"/>
                  </a:moveTo>
                  <a:lnTo>
                    <a:pt x="751917" y="0"/>
                  </a:lnTo>
                  <a:lnTo>
                    <a:pt x="751917" y="622039"/>
                  </a:lnTo>
                  <a:lnTo>
                    <a:pt x="103675" y="622039"/>
                  </a:lnTo>
                  <a:lnTo>
                    <a:pt x="0" y="518364"/>
                  </a:lnTo>
                  <a:lnTo>
                    <a:pt x="0" y="0"/>
                  </a:lnTo>
                  <a:close/>
                </a:path>
              </a:pathLst>
            </a:custGeom>
            <a:gradFill>
              <a:gsLst>
                <a:gs pos="0">
                  <a:schemeClr val="accent3">
                    <a:alpha val="0"/>
                  </a:schemeClr>
                </a:gs>
                <a:gs pos="90000">
                  <a:srgbClr val="00FFFF">
                    <a:alpha val="10000"/>
                  </a:srgbClr>
                </a:gs>
              </a:gsLst>
              <a:path path="circle">
                <a:fillToRect l="50000" t="50000" r="50000" b="50000"/>
              </a:path>
            </a:gradFill>
            <a:ln w="6350">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宋体 CN Heavy" pitchFamily="18" charset="-122"/>
                <a:ea typeface="思源宋体 CN Heavy" pitchFamily="18" charset="-122"/>
              </a:endParaRPr>
            </a:p>
          </p:txBody>
        </p:sp>
        <p:sp>
          <p:nvSpPr>
            <p:cNvPr id="87" name="任意多边形: 形状 52"/>
            <p:cNvSpPr/>
            <p:nvPr userDrawn="1">
              <p:custDataLst>
                <p:tags r:id="rId67"/>
              </p:custDataLst>
            </p:nvPr>
          </p:nvSpPr>
          <p:spPr>
            <a:xfrm>
              <a:off x="10617" y="2990"/>
              <a:ext cx="6586" cy="980"/>
            </a:xfrm>
            <a:custGeom>
              <a:avLst/>
              <a:gdLst>
                <a:gd name="connsiteX0" fmla="*/ 0 w 4181917"/>
                <a:gd name="connsiteY0" fmla="*/ 0 h 622039"/>
                <a:gd name="connsiteX1" fmla="*/ 4078242 w 4181917"/>
                <a:gd name="connsiteY1" fmla="*/ 0 h 622039"/>
                <a:gd name="connsiteX2" fmla="*/ 4181917 w 4181917"/>
                <a:gd name="connsiteY2" fmla="*/ 103675 h 622039"/>
                <a:gd name="connsiteX3" fmla="*/ 4181917 w 4181917"/>
                <a:gd name="connsiteY3" fmla="*/ 586705 h 622039"/>
                <a:gd name="connsiteX4" fmla="*/ 3512680 w 4181917"/>
                <a:gd name="connsiteY4" fmla="*/ 586705 h 622039"/>
                <a:gd name="connsiteX5" fmla="*/ 3547874 w 4181917"/>
                <a:gd name="connsiteY5" fmla="*/ 622039 h 622039"/>
                <a:gd name="connsiteX6" fmla="*/ 0 w 4181917"/>
                <a:gd name="connsiteY6" fmla="*/ 622039 h 622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1917" h="622039">
                  <a:moveTo>
                    <a:pt x="0" y="0"/>
                  </a:moveTo>
                  <a:lnTo>
                    <a:pt x="4078242" y="0"/>
                  </a:lnTo>
                  <a:lnTo>
                    <a:pt x="4181917" y="103675"/>
                  </a:lnTo>
                  <a:lnTo>
                    <a:pt x="4181917" y="586705"/>
                  </a:lnTo>
                  <a:lnTo>
                    <a:pt x="3512680" y="586705"/>
                  </a:lnTo>
                  <a:lnTo>
                    <a:pt x="3547874" y="622039"/>
                  </a:lnTo>
                  <a:lnTo>
                    <a:pt x="0" y="622039"/>
                  </a:lnTo>
                  <a:close/>
                </a:path>
              </a:pathLst>
            </a:custGeom>
            <a:gradFill>
              <a:gsLst>
                <a:gs pos="0">
                  <a:schemeClr val="accent3">
                    <a:alpha val="0"/>
                  </a:schemeClr>
                </a:gs>
                <a:gs pos="90000">
                  <a:srgbClr val="00FFFF">
                    <a:alpha val="10000"/>
                  </a:srgbClr>
                </a:gs>
              </a:gsLst>
              <a:path path="circle">
                <a:fillToRect l="50000" t="50000" r="50000" b="50000"/>
              </a:path>
            </a:gradFill>
            <a:ln w="6350">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宋体 CN Heavy" pitchFamily="18" charset="-122"/>
                <a:ea typeface="思源宋体 CN Heavy" pitchFamily="18" charset="-122"/>
              </a:endParaRPr>
            </a:p>
          </p:txBody>
        </p:sp>
        <p:pic>
          <p:nvPicPr>
            <p:cNvPr id="88" name="图片 87"/>
            <p:cNvPicPr>
              <a:picLocks noChangeAspect="1"/>
            </p:cNvPicPr>
            <p:nvPr userDrawn="1">
              <p:custDataLst>
                <p:tags r:id="rId68"/>
              </p:custDataLst>
            </p:nvPr>
          </p:nvPicPr>
          <p:blipFill>
            <a:blip r:embed="rId46" cstate="screen">
              <a:duotone>
                <a:schemeClr val="accent4">
                  <a:shade val="45000"/>
                  <a:satMod val="135000"/>
                </a:schemeClr>
                <a:prstClr val="white"/>
              </a:duotone>
            </a:blip>
            <a:stretch>
              <a:fillRect/>
            </a:stretch>
          </p:blipFill>
          <p:spPr>
            <a:xfrm>
              <a:off x="15568" y="3625"/>
              <a:ext cx="1634" cy="292"/>
            </a:xfrm>
            <a:prstGeom prst="rect">
              <a:avLst/>
            </a:prstGeom>
          </p:spPr>
        </p:pic>
        <p:sp>
          <p:nvSpPr>
            <p:cNvPr id="89" name="文本框 88"/>
            <p:cNvSpPr txBox="1"/>
            <p:nvPr userDrawn="1">
              <p:custDataLst>
                <p:tags r:id="rId69"/>
              </p:custDataLst>
            </p:nvPr>
          </p:nvSpPr>
          <p:spPr>
            <a:xfrm>
              <a:off x="9433" y="3044"/>
              <a:ext cx="974" cy="967"/>
            </a:xfrm>
            <a:prstGeom prst="rect">
              <a:avLst/>
            </a:prstGeom>
            <a:noFill/>
          </p:spPr>
          <p:txBody>
            <a:bodyPr wrap="none" lIns="0" tIns="0" rIns="0" bIns="0" rtlCol="0" anchor="t" anchorCtr="0">
              <a:noAutofit/>
            </a:bodyPr>
            <a:lstStyle/>
            <a:p>
              <a:pPr algn="ctr"/>
              <a:r>
                <a:rPr lang="en-US" altLang="zh-CN" sz="3600" dirty="0">
                  <a:solidFill>
                    <a:schemeClr val="bg1"/>
                  </a:solidFill>
                  <a:latin typeface="思源宋体 CN Heavy" pitchFamily="18" charset="-122"/>
                  <a:ea typeface="思源宋体 CN Heavy" pitchFamily="18" charset="-122"/>
                </a:rPr>
                <a:t>2</a:t>
              </a:r>
              <a:endParaRPr lang="en-US" altLang="zh-CN" sz="3600" dirty="0">
                <a:solidFill>
                  <a:schemeClr val="bg1"/>
                </a:solidFill>
                <a:latin typeface="思源宋体 CN Heavy" pitchFamily="18" charset="-122"/>
                <a:ea typeface="思源宋体 CN Heavy" pitchFamily="18" charset="-122"/>
              </a:endParaRPr>
            </a:p>
          </p:txBody>
        </p:sp>
        <p:sp>
          <p:nvSpPr>
            <p:cNvPr id="90" name="任意多边形: 形状 57"/>
            <p:cNvSpPr/>
            <p:nvPr userDrawn="1">
              <p:custDataLst>
                <p:tags r:id="rId70"/>
              </p:custDataLst>
            </p:nvPr>
          </p:nvSpPr>
          <p:spPr>
            <a:xfrm>
              <a:off x="9342" y="3717"/>
              <a:ext cx="259" cy="252"/>
            </a:xfrm>
            <a:custGeom>
              <a:avLst/>
              <a:gdLst>
                <a:gd name="connsiteX0" fmla="*/ 0 w 487049"/>
                <a:gd name="connsiteY0" fmla="*/ 0 h 487049"/>
                <a:gd name="connsiteX1" fmla="*/ 487049 w 487049"/>
                <a:gd name="connsiteY1" fmla="*/ 487049 h 487049"/>
                <a:gd name="connsiteX2" fmla="*/ 236304 w 487049"/>
                <a:gd name="connsiteY2" fmla="*/ 487049 h 487049"/>
                <a:gd name="connsiteX3" fmla="*/ 0 w 487049"/>
                <a:gd name="connsiteY3" fmla="*/ 250745 h 487049"/>
                <a:gd name="connsiteX4" fmla="*/ 0 w 487049"/>
                <a:gd name="connsiteY4" fmla="*/ 0 h 487049"/>
                <a:gd name="connsiteX0-1" fmla="*/ 0 w 487049"/>
                <a:gd name="connsiteY0-2" fmla="*/ 0 h 487049"/>
                <a:gd name="connsiteX1-3" fmla="*/ 249038 w 487049"/>
                <a:gd name="connsiteY1-4" fmla="*/ 246188 h 487049"/>
                <a:gd name="connsiteX2-5" fmla="*/ 487049 w 487049"/>
                <a:gd name="connsiteY2-6" fmla="*/ 487049 h 487049"/>
                <a:gd name="connsiteX3-7" fmla="*/ 236304 w 487049"/>
                <a:gd name="connsiteY3-8" fmla="*/ 487049 h 487049"/>
                <a:gd name="connsiteX4-9" fmla="*/ 0 w 487049"/>
                <a:gd name="connsiteY4-10" fmla="*/ 250745 h 487049"/>
                <a:gd name="connsiteX5" fmla="*/ 0 w 487049"/>
                <a:gd name="connsiteY5" fmla="*/ 0 h 487049"/>
                <a:gd name="connsiteX0-11" fmla="*/ 249038 w 487049"/>
                <a:gd name="connsiteY0-12" fmla="*/ 246188 h 487049"/>
                <a:gd name="connsiteX1-13" fmla="*/ 487049 w 487049"/>
                <a:gd name="connsiteY1-14" fmla="*/ 487049 h 487049"/>
                <a:gd name="connsiteX2-15" fmla="*/ 236304 w 487049"/>
                <a:gd name="connsiteY2-16" fmla="*/ 487049 h 487049"/>
                <a:gd name="connsiteX3-17" fmla="*/ 0 w 487049"/>
                <a:gd name="connsiteY3-18" fmla="*/ 250745 h 487049"/>
                <a:gd name="connsiteX4-19" fmla="*/ 0 w 487049"/>
                <a:gd name="connsiteY4-20" fmla="*/ 0 h 487049"/>
                <a:gd name="connsiteX5-21" fmla="*/ 340478 w 487049"/>
                <a:gd name="connsiteY5-22" fmla="*/ 337628 h 487049"/>
                <a:gd name="connsiteX0-23" fmla="*/ 487049 w 487049"/>
                <a:gd name="connsiteY0-24" fmla="*/ 487049 h 487049"/>
                <a:gd name="connsiteX1-25" fmla="*/ 236304 w 487049"/>
                <a:gd name="connsiteY1-26" fmla="*/ 487049 h 487049"/>
                <a:gd name="connsiteX2-27" fmla="*/ 0 w 487049"/>
                <a:gd name="connsiteY2-28" fmla="*/ 250745 h 487049"/>
                <a:gd name="connsiteX3-29" fmla="*/ 0 w 487049"/>
                <a:gd name="connsiteY3-30" fmla="*/ 0 h 487049"/>
                <a:gd name="connsiteX4-31" fmla="*/ 340478 w 487049"/>
                <a:gd name="connsiteY4-32" fmla="*/ 337628 h 487049"/>
                <a:gd name="connsiteX0-33" fmla="*/ 487049 w 487049"/>
                <a:gd name="connsiteY0-34" fmla="*/ 487049 h 487049"/>
                <a:gd name="connsiteX1-35" fmla="*/ 236304 w 487049"/>
                <a:gd name="connsiteY1-36" fmla="*/ 487049 h 487049"/>
                <a:gd name="connsiteX2-37" fmla="*/ 0 w 487049"/>
                <a:gd name="connsiteY2-38" fmla="*/ 250745 h 487049"/>
                <a:gd name="connsiteX3-39" fmla="*/ 0 w 487049"/>
                <a:gd name="connsiteY3-40" fmla="*/ 0 h 487049"/>
                <a:gd name="connsiteX0-41" fmla="*/ 489855 w 489855"/>
                <a:gd name="connsiteY0-42" fmla="*/ 372012 h 372012"/>
                <a:gd name="connsiteX1-43" fmla="*/ 239110 w 489855"/>
                <a:gd name="connsiteY1-44" fmla="*/ 372012 h 372012"/>
                <a:gd name="connsiteX2-45" fmla="*/ 2806 w 489855"/>
                <a:gd name="connsiteY2-46" fmla="*/ 135708 h 372012"/>
                <a:gd name="connsiteX3-47" fmla="*/ 0 w 489855"/>
                <a:gd name="connsiteY3-48" fmla="*/ 0 h 372012"/>
                <a:gd name="connsiteX0-49" fmla="*/ 383236 w 383236"/>
                <a:gd name="connsiteY0-50" fmla="*/ 372012 h 372012"/>
                <a:gd name="connsiteX1-51" fmla="*/ 239110 w 383236"/>
                <a:gd name="connsiteY1-52" fmla="*/ 372012 h 372012"/>
                <a:gd name="connsiteX2-53" fmla="*/ 2806 w 383236"/>
                <a:gd name="connsiteY2-54" fmla="*/ 135708 h 372012"/>
                <a:gd name="connsiteX3-55" fmla="*/ 0 w 383236"/>
                <a:gd name="connsiteY3-56" fmla="*/ 0 h 372012"/>
              </a:gdLst>
              <a:ahLst/>
              <a:cxnLst>
                <a:cxn ang="0">
                  <a:pos x="connsiteX0-1" y="connsiteY0-2"/>
                </a:cxn>
                <a:cxn ang="0">
                  <a:pos x="connsiteX1-3" y="connsiteY1-4"/>
                </a:cxn>
                <a:cxn ang="0">
                  <a:pos x="connsiteX2-5" y="connsiteY2-6"/>
                </a:cxn>
                <a:cxn ang="0">
                  <a:pos x="connsiteX3-7" y="connsiteY3-8"/>
                </a:cxn>
              </a:cxnLst>
              <a:rect l="l" t="t" r="r" b="b"/>
              <a:pathLst>
                <a:path w="383236" h="372012">
                  <a:moveTo>
                    <a:pt x="383236" y="372012"/>
                  </a:moveTo>
                  <a:lnTo>
                    <a:pt x="239110" y="372012"/>
                  </a:lnTo>
                  <a:lnTo>
                    <a:pt x="2806" y="135708"/>
                  </a:lnTo>
                  <a:cubicBezTo>
                    <a:pt x="1871" y="90472"/>
                    <a:pt x="935" y="45236"/>
                    <a:pt x="0" y="0"/>
                  </a:cubicBezTo>
                </a:path>
              </a:pathLst>
            </a:custGeom>
            <a:noFill/>
            <a:ln w="31750" cap="sq">
              <a:solidFill>
                <a:schemeClr val="accent5"/>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宋体 CN Heavy" pitchFamily="18" charset="-122"/>
                <a:ea typeface="思源宋体 CN Heavy" pitchFamily="18" charset="-122"/>
              </a:endParaRPr>
            </a:p>
          </p:txBody>
        </p:sp>
        <p:sp>
          <p:nvSpPr>
            <p:cNvPr id="91" name="任意多边形: 形状 58"/>
            <p:cNvSpPr/>
            <p:nvPr userDrawn="1">
              <p:custDataLst>
                <p:tags r:id="rId71"/>
              </p:custDataLst>
            </p:nvPr>
          </p:nvSpPr>
          <p:spPr>
            <a:xfrm rot="10800000">
              <a:off x="16943" y="2990"/>
              <a:ext cx="259" cy="252"/>
            </a:xfrm>
            <a:custGeom>
              <a:avLst/>
              <a:gdLst>
                <a:gd name="connsiteX0" fmla="*/ 0 w 487049"/>
                <a:gd name="connsiteY0" fmla="*/ 0 h 487049"/>
                <a:gd name="connsiteX1" fmla="*/ 487049 w 487049"/>
                <a:gd name="connsiteY1" fmla="*/ 487049 h 487049"/>
                <a:gd name="connsiteX2" fmla="*/ 236304 w 487049"/>
                <a:gd name="connsiteY2" fmla="*/ 487049 h 487049"/>
                <a:gd name="connsiteX3" fmla="*/ 0 w 487049"/>
                <a:gd name="connsiteY3" fmla="*/ 250745 h 487049"/>
                <a:gd name="connsiteX4" fmla="*/ 0 w 487049"/>
                <a:gd name="connsiteY4" fmla="*/ 0 h 487049"/>
                <a:gd name="connsiteX0-1" fmla="*/ 0 w 487049"/>
                <a:gd name="connsiteY0-2" fmla="*/ 0 h 487049"/>
                <a:gd name="connsiteX1-3" fmla="*/ 249038 w 487049"/>
                <a:gd name="connsiteY1-4" fmla="*/ 246188 h 487049"/>
                <a:gd name="connsiteX2-5" fmla="*/ 487049 w 487049"/>
                <a:gd name="connsiteY2-6" fmla="*/ 487049 h 487049"/>
                <a:gd name="connsiteX3-7" fmla="*/ 236304 w 487049"/>
                <a:gd name="connsiteY3-8" fmla="*/ 487049 h 487049"/>
                <a:gd name="connsiteX4-9" fmla="*/ 0 w 487049"/>
                <a:gd name="connsiteY4-10" fmla="*/ 250745 h 487049"/>
                <a:gd name="connsiteX5" fmla="*/ 0 w 487049"/>
                <a:gd name="connsiteY5" fmla="*/ 0 h 487049"/>
                <a:gd name="connsiteX0-11" fmla="*/ 249038 w 487049"/>
                <a:gd name="connsiteY0-12" fmla="*/ 246188 h 487049"/>
                <a:gd name="connsiteX1-13" fmla="*/ 487049 w 487049"/>
                <a:gd name="connsiteY1-14" fmla="*/ 487049 h 487049"/>
                <a:gd name="connsiteX2-15" fmla="*/ 236304 w 487049"/>
                <a:gd name="connsiteY2-16" fmla="*/ 487049 h 487049"/>
                <a:gd name="connsiteX3-17" fmla="*/ 0 w 487049"/>
                <a:gd name="connsiteY3-18" fmla="*/ 250745 h 487049"/>
                <a:gd name="connsiteX4-19" fmla="*/ 0 w 487049"/>
                <a:gd name="connsiteY4-20" fmla="*/ 0 h 487049"/>
                <a:gd name="connsiteX5-21" fmla="*/ 340478 w 487049"/>
                <a:gd name="connsiteY5-22" fmla="*/ 337628 h 487049"/>
                <a:gd name="connsiteX0-23" fmla="*/ 487049 w 487049"/>
                <a:gd name="connsiteY0-24" fmla="*/ 487049 h 487049"/>
                <a:gd name="connsiteX1-25" fmla="*/ 236304 w 487049"/>
                <a:gd name="connsiteY1-26" fmla="*/ 487049 h 487049"/>
                <a:gd name="connsiteX2-27" fmla="*/ 0 w 487049"/>
                <a:gd name="connsiteY2-28" fmla="*/ 250745 h 487049"/>
                <a:gd name="connsiteX3-29" fmla="*/ 0 w 487049"/>
                <a:gd name="connsiteY3-30" fmla="*/ 0 h 487049"/>
                <a:gd name="connsiteX4-31" fmla="*/ 340478 w 487049"/>
                <a:gd name="connsiteY4-32" fmla="*/ 337628 h 487049"/>
                <a:gd name="connsiteX0-33" fmla="*/ 487049 w 487049"/>
                <a:gd name="connsiteY0-34" fmla="*/ 487049 h 487049"/>
                <a:gd name="connsiteX1-35" fmla="*/ 236304 w 487049"/>
                <a:gd name="connsiteY1-36" fmla="*/ 487049 h 487049"/>
                <a:gd name="connsiteX2-37" fmla="*/ 0 w 487049"/>
                <a:gd name="connsiteY2-38" fmla="*/ 250745 h 487049"/>
                <a:gd name="connsiteX3-39" fmla="*/ 0 w 487049"/>
                <a:gd name="connsiteY3-40" fmla="*/ 0 h 487049"/>
                <a:gd name="connsiteX0-41" fmla="*/ 489855 w 489855"/>
                <a:gd name="connsiteY0-42" fmla="*/ 372012 h 372012"/>
                <a:gd name="connsiteX1-43" fmla="*/ 239110 w 489855"/>
                <a:gd name="connsiteY1-44" fmla="*/ 372012 h 372012"/>
                <a:gd name="connsiteX2-45" fmla="*/ 2806 w 489855"/>
                <a:gd name="connsiteY2-46" fmla="*/ 135708 h 372012"/>
                <a:gd name="connsiteX3-47" fmla="*/ 0 w 489855"/>
                <a:gd name="connsiteY3-48" fmla="*/ 0 h 372012"/>
                <a:gd name="connsiteX0-49" fmla="*/ 383236 w 383236"/>
                <a:gd name="connsiteY0-50" fmla="*/ 372012 h 372012"/>
                <a:gd name="connsiteX1-51" fmla="*/ 239110 w 383236"/>
                <a:gd name="connsiteY1-52" fmla="*/ 372012 h 372012"/>
                <a:gd name="connsiteX2-53" fmla="*/ 2806 w 383236"/>
                <a:gd name="connsiteY2-54" fmla="*/ 135708 h 372012"/>
                <a:gd name="connsiteX3-55" fmla="*/ 0 w 383236"/>
                <a:gd name="connsiteY3-56" fmla="*/ 0 h 372012"/>
              </a:gdLst>
              <a:ahLst/>
              <a:cxnLst>
                <a:cxn ang="0">
                  <a:pos x="connsiteX0-1" y="connsiteY0-2"/>
                </a:cxn>
                <a:cxn ang="0">
                  <a:pos x="connsiteX1-3" y="connsiteY1-4"/>
                </a:cxn>
                <a:cxn ang="0">
                  <a:pos x="connsiteX2-5" y="connsiteY2-6"/>
                </a:cxn>
                <a:cxn ang="0">
                  <a:pos x="connsiteX3-7" y="connsiteY3-8"/>
                </a:cxn>
              </a:cxnLst>
              <a:rect l="l" t="t" r="r" b="b"/>
              <a:pathLst>
                <a:path w="383236" h="372012">
                  <a:moveTo>
                    <a:pt x="383236" y="372012"/>
                  </a:moveTo>
                  <a:lnTo>
                    <a:pt x="239110" y="372012"/>
                  </a:lnTo>
                  <a:lnTo>
                    <a:pt x="2806" y="135708"/>
                  </a:lnTo>
                  <a:cubicBezTo>
                    <a:pt x="1871" y="90472"/>
                    <a:pt x="935" y="45236"/>
                    <a:pt x="0" y="0"/>
                  </a:cubicBezTo>
                </a:path>
              </a:pathLst>
            </a:custGeom>
            <a:noFill/>
            <a:ln w="31750" cap="sq">
              <a:solidFill>
                <a:srgbClr val="FFFF00"/>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宋体 CN Heavy" pitchFamily="18" charset="-122"/>
                <a:ea typeface="思源宋体 CN Heavy" pitchFamily="18" charset="-122"/>
              </a:endParaRPr>
            </a:p>
          </p:txBody>
        </p:sp>
        <p:sp>
          <p:nvSpPr>
            <p:cNvPr id="92" name="直角三角形 91"/>
            <p:cNvSpPr/>
            <p:nvPr userDrawn="1">
              <p:custDataLst>
                <p:tags r:id="rId72"/>
              </p:custDataLst>
            </p:nvPr>
          </p:nvSpPr>
          <p:spPr>
            <a:xfrm rot="10800000">
              <a:off x="10347" y="2990"/>
              <a:ext cx="179" cy="179"/>
            </a:xfrm>
            <a:prstGeom prst="rtTriangle">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93" name="平行四边形 92"/>
            <p:cNvSpPr/>
            <p:nvPr userDrawn="1">
              <p:custDataLst>
                <p:tags r:id="rId73"/>
              </p:custDataLst>
            </p:nvPr>
          </p:nvSpPr>
          <p:spPr>
            <a:xfrm flipV="1">
              <a:off x="10725" y="3008"/>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94" name="平行四边形 93"/>
            <p:cNvSpPr/>
            <p:nvPr userDrawn="1">
              <p:custDataLst>
                <p:tags r:id="rId74"/>
              </p:custDataLst>
            </p:nvPr>
          </p:nvSpPr>
          <p:spPr>
            <a:xfrm flipV="1">
              <a:off x="10808" y="3008"/>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95" name="平行四边形 94"/>
            <p:cNvSpPr/>
            <p:nvPr userDrawn="1">
              <p:custDataLst>
                <p:tags r:id="rId75"/>
              </p:custDataLst>
            </p:nvPr>
          </p:nvSpPr>
          <p:spPr>
            <a:xfrm flipV="1">
              <a:off x="16208"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96" name="平行四边形 95"/>
            <p:cNvSpPr/>
            <p:nvPr userDrawn="1">
              <p:custDataLst>
                <p:tags r:id="rId76"/>
              </p:custDataLst>
            </p:nvPr>
          </p:nvSpPr>
          <p:spPr>
            <a:xfrm flipV="1">
              <a:off x="16306"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97" name="平行四边形 96"/>
            <p:cNvSpPr/>
            <p:nvPr userDrawn="1">
              <p:custDataLst>
                <p:tags r:id="rId77"/>
              </p:custDataLst>
            </p:nvPr>
          </p:nvSpPr>
          <p:spPr>
            <a:xfrm flipV="1">
              <a:off x="16404"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98" name="平行四边形 97"/>
            <p:cNvSpPr/>
            <p:nvPr userDrawn="1">
              <p:custDataLst>
                <p:tags r:id="rId78"/>
              </p:custDataLst>
            </p:nvPr>
          </p:nvSpPr>
          <p:spPr>
            <a:xfrm flipV="1">
              <a:off x="16502"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99" name="平行四边形 98"/>
            <p:cNvSpPr/>
            <p:nvPr userDrawn="1">
              <p:custDataLst>
                <p:tags r:id="rId79"/>
              </p:custDataLst>
            </p:nvPr>
          </p:nvSpPr>
          <p:spPr>
            <a:xfrm flipV="1">
              <a:off x="16698"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100" name="平行四边形 99"/>
            <p:cNvSpPr/>
            <p:nvPr userDrawn="1">
              <p:custDataLst>
                <p:tags r:id="rId80"/>
              </p:custDataLst>
            </p:nvPr>
          </p:nvSpPr>
          <p:spPr>
            <a:xfrm flipV="1">
              <a:off x="16600"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101" name="平行四边形 100"/>
            <p:cNvSpPr/>
            <p:nvPr userDrawn="1">
              <p:custDataLst>
                <p:tags r:id="rId81"/>
              </p:custDataLst>
            </p:nvPr>
          </p:nvSpPr>
          <p:spPr>
            <a:xfrm flipV="1">
              <a:off x="16795"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102" name="平行四边形 101"/>
            <p:cNvSpPr/>
            <p:nvPr userDrawn="1">
              <p:custDataLst>
                <p:tags r:id="rId82"/>
              </p:custDataLst>
            </p:nvPr>
          </p:nvSpPr>
          <p:spPr>
            <a:xfrm flipV="1">
              <a:off x="16893"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103" name="平行四边形 102"/>
            <p:cNvSpPr/>
            <p:nvPr userDrawn="1">
              <p:custDataLst>
                <p:tags r:id="rId83"/>
              </p:custDataLst>
            </p:nvPr>
          </p:nvSpPr>
          <p:spPr>
            <a:xfrm flipV="1">
              <a:off x="16991"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104" name="平行四边形 103"/>
            <p:cNvSpPr/>
            <p:nvPr userDrawn="1">
              <p:custDataLst>
                <p:tags r:id="rId84"/>
              </p:custDataLst>
            </p:nvPr>
          </p:nvSpPr>
          <p:spPr>
            <a:xfrm flipV="1">
              <a:off x="17089"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grpSp>
      <p:sp>
        <p:nvSpPr>
          <p:cNvPr id="105" name="catalog2"/>
          <p:cNvSpPr txBox="1"/>
          <p:nvPr>
            <p:custDataLst>
              <p:tags r:id="rId85"/>
            </p:custDataLst>
          </p:nvPr>
        </p:nvSpPr>
        <p:spPr>
          <a:xfrm>
            <a:off x="6810375" y="3168015"/>
            <a:ext cx="3926205" cy="521970"/>
          </a:xfrm>
          <a:prstGeom prst="rect">
            <a:avLst/>
          </a:prstGeom>
          <a:noFill/>
        </p:spPr>
        <p:txBody>
          <a:bodyPr wrap="square" rtlCol="0">
            <a:spAutoFit/>
          </a:bodyPr>
          <a:lstStyle/>
          <a:p>
            <a:r>
              <a:rPr lang="zh-CN" altLang="en-US" sz="2800" dirty="0">
                <a:solidFill>
                  <a:schemeClr val="bg1"/>
                </a:solidFill>
                <a:latin typeface="思源宋体 CN Heavy" pitchFamily="18" charset="-122"/>
                <a:ea typeface="思源宋体 CN Heavy" pitchFamily="18" charset="-122"/>
                <a:cs typeface="思源宋体" panose="02020700000000000000" charset="-122"/>
                <a:sym typeface="HanWangHeiHeavy" panose="02000500000000000000" pitchFamily="2" charset="-120"/>
              </a:rPr>
              <a:t>绘画原理多问问企的</a:t>
            </a:r>
            <a:endParaRPr lang="zh-CN" altLang="en-US" sz="2800" dirty="0">
              <a:solidFill>
                <a:schemeClr val="bg1"/>
              </a:solidFill>
              <a:latin typeface="思源宋体 CN Heavy" pitchFamily="18" charset="-122"/>
              <a:ea typeface="思源宋体 CN Heavy" pitchFamily="18" charset="-122"/>
              <a:cs typeface="思源宋体" panose="02020700000000000000" charset="-122"/>
              <a:sym typeface="HanWangHeiHeavy" panose="02000500000000000000" pitchFamily="2" charset="-120"/>
            </a:endParaRPr>
          </a:p>
        </p:txBody>
      </p:sp>
      <p:grpSp>
        <p:nvGrpSpPr>
          <p:cNvPr id="107" name="组合 106"/>
          <p:cNvGrpSpPr/>
          <p:nvPr>
            <p:custDataLst>
              <p:tags r:id="rId86"/>
            </p:custDataLst>
          </p:nvPr>
        </p:nvGrpSpPr>
        <p:grpSpPr>
          <a:xfrm rot="0">
            <a:off x="5989955" y="4229100"/>
            <a:ext cx="4991735" cy="647700"/>
            <a:chOff x="9342" y="2990"/>
            <a:chExt cx="7861" cy="1020"/>
          </a:xfrm>
        </p:grpSpPr>
        <p:sp>
          <p:nvSpPr>
            <p:cNvPr id="108" name="平行四边形 107"/>
            <p:cNvSpPr/>
            <p:nvPr userDrawn="1">
              <p:custDataLst>
                <p:tags r:id="rId87"/>
              </p:custDataLst>
            </p:nvPr>
          </p:nvSpPr>
          <p:spPr>
            <a:xfrm flipV="1">
              <a:off x="10641" y="3008"/>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109" name="任意多边形: 形状 51"/>
            <p:cNvSpPr/>
            <p:nvPr userDrawn="1">
              <p:custDataLst>
                <p:tags r:id="rId88"/>
              </p:custDataLst>
            </p:nvPr>
          </p:nvSpPr>
          <p:spPr>
            <a:xfrm>
              <a:off x="9342" y="2990"/>
              <a:ext cx="1184" cy="980"/>
            </a:xfrm>
            <a:custGeom>
              <a:avLst/>
              <a:gdLst>
                <a:gd name="connsiteX0" fmla="*/ 0 w 751917"/>
                <a:gd name="connsiteY0" fmla="*/ 0 h 622039"/>
                <a:gd name="connsiteX1" fmla="*/ 751917 w 751917"/>
                <a:gd name="connsiteY1" fmla="*/ 0 h 622039"/>
                <a:gd name="connsiteX2" fmla="*/ 751917 w 751917"/>
                <a:gd name="connsiteY2" fmla="*/ 622039 h 622039"/>
                <a:gd name="connsiteX3" fmla="*/ 103675 w 751917"/>
                <a:gd name="connsiteY3" fmla="*/ 622039 h 622039"/>
                <a:gd name="connsiteX4" fmla="*/ 0 w 751917"/>
                <a:gd name="connsiteY4" fmla="*/ 518364 h 622039"/>
                <a:gd name="connsiteX5" fmla="*/ 0 w 751917"/>
                <a:gd name="connsiteY5" fmla="*/ 0 h 622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1917" h="622039">
                  <a:moveTo>
                    <a:pt x="0" y="0"/>
                  </a:moveTo>
                  <a:lnTo>
                    <a:pt x="751917" y="0"/>
                  </a:lnTo>
                  <a:lnTo>
                    <a:pt x="751917" y="622039"/>
                  </a:lnTo>
                  <a:lnTo>
                    <a:pt x="103675" y="622039"/>
                  </a:lnTo>
                  <a:lnTo>
                    <a:pt x="0" y="518364"/>
                  </a:lnTo>
                  <a:lnTo>
                    <a:pt x="0" y="0"/>
                  </a:lnTo>
                  <a:close/>
                </a:path>
              </a:pathLst>
            </a:custGeom>
            <a:gradFill>
              <a:gsLst>
                <a:gs pos="0">
                  <a:schemeClr val="accent3">
                    <a:alpha val="0"/>
                  </a:schemeClr>
                </a:gs>
                <a:gs pos="90000">
                  <a:srgbClr val="00FFFF">
                    <a:alpha val="10000"/>
                  </a:srgbClr>
                </a:gs>
              </a:gsLst>
              <a:path path="circle">
                <a:fillToRect l="50000" t="50000" r="50000" b="50000"/>
              </a:path>
            </a:gradFill>
            <a:ln w="6350">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宋体 CN Heavy" pitchFamily="18" charset="-122"/>
                <a:ea typeface="思源宋体 CN Heavy" pitchFamily="18" charset="-122"/>
              </a:endParaRPr>
            </a:p>
          </p:txBody>
        </p:sp>
        <p:sp>
          <p:nvSpPr>
            <p:cNvPr id="110" name="任意多边形: 形状 52"/>
            <p:cNvSpPr/>
            <p:nvPr userDrawn="1">
              <p:custDataLst>
                <p:tags r:id="rId89"/>
              </p:custDataLst>
            </p:nvPr>
          </p:nvSpPr>
          <p:spPr>
            <a:xfrm>
              <a:off x="10617" y="2990"/>
              <a:ext cx="6586" cy="980"/>
            </a:xfrm>
            <a:custGeom>
              <a:avLst/>
              <a:gdLst>
                <a:gd name="connsiteX0" fmla="*/ 0 w 4181917"/>
                <a:gd name="connsiteY0" fmla="*/ 0 h 622039"/>
                <a:gd name="connsiteX1" fmla="*/ 4078242 w 4181917"/>
                <a:gd name="connsiteY1" fmla="*/ 0 h 622039"/>
                <a:gd name="connsiteX2" fmla="*/ 4181917 w 4181917"/>
                <a:gd name="connsiteY2" fmla="*/ 103675 h 622039"/>
                <a:gd name="connsiteX3" fmla="*/ 4181917 w 4181917"/>
                <a:gd name="connsiteY3" fmla="*/ 586705 h 622039"/>
                <a:gd name="connsiteX4" fmla="*/ 3512680 w 4181917"/>
                <a:gd name="connsiteY4" fmla="*/ 586705 h 622039"/>
                <a:gd name="connsiteX5" fmla="*/ 3547874 w 4181917"/>
                <a:gd name="connsiteY5" fmla="*/ 622039 h 622039"/>
                <a:gd name="connsiteX6" fmla="*/ 0 w 4181917"/>
                <a:gd name="connsiteY6" fmla="*/ 622039 h 622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1917" h="622039">
                  <a:moveTo>
                    <a:pt x="0" y="0"/>
                  </a:moveTo>
                  <a:lnTo>
                    <a:pt x="4078242" y="0"/>
                  </a:lnTo>
                  <a:lnTo>
                    <a:pt x="4181917" y="103675"/>
                  </a:lnTo>
                  <a:lnTo>
                    <a:pt x="4181917" y="586705"/>
                  </a:lnTo>
                  <a:lnTo>
                    <a:pt x="3512680" y="586705"/>
                  </a:lnTo>
                  <a:lnTo>
                    <a:pt x="3547874" y="622039"/>
                  </a:lnTo>
                  <a:lnTo>
                    <a:pt x="0" y="622039"/>
                  </a:lnTo>
                  <a:close/>
                </a:path>
              </a:pathLst>
            </a:custGeom>
            <a:gradFill>
              <a:gsLst>
                <a:gs pos="0">
                  <a:schemeClr val="accent3">
                    <a:alpha val="0"/>
                  </a:schemeClr>
                </a:gs>
                <a:gs pos="90000">
                  <a:srgbClr val="00FFFF">
                    <a:alpha val="10000"/>
                  </a:srgbClr>
                </a:gs>
              </a:gsLst>
              <a:path path="circle">
                <a:fillToRect l="50000" t="50000" r="50000" b="50000"/>
              </a:path>
            </a:gradFill>
            <a:ln w="6350">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宋体 CN Heavy" pitchFamily="18" charset="-122"/>
                <a:ea typeface="思源宋体 CN Heavy" pitchFamily="18" charset="-122"/>
              </a:endParaRPr>
            </a:p>
          </p:txBody>
        </p:sp>
        <p:pic>
          <p:nvPicPr>
            <p:cNvPr id="111" name="图片 110"/>
            <p:cNvPicPr>
              <a:picLocks noChangeAspect="1"/>
            </p:cNvPicPr>
            <p:nvPr userDrawn="1">
              <p:custDataLst>
                <p:tags r:id="rId90"/>
              </p:custDataLst>
            </p:nvPr>
          </p:nvPicPr>
          <p:blipFill>
            <a:blip r:embed="rId46" cstate="screen">
              <a:duotone>
                <a:schemeClr val="accent4">
                  <a:shade val="45000"/>
                  <a:satMod val="135000"/>
                </a:schemeClr>
                <a:prstClr val="white"/>
              </a:duotone>
            </a:blip>
            <a:stretch>
              <a:fillRect/>
            </a:stretch>
          </p:blipFill>
          <p:spPr>
            <a:xfrm>
              <a:off x="15568" y="3625"/>
              <a:ext cx="1634" cy="292"/>
            </a:xfrm>
            <a:prstGeom prst="rect">
              <a:avLst/>
            </a:prstGeom>
          </p:spPr>
        </p:pic>
        <p:sp>
          <p:nvSpPr>
            <p:cNvPr id="112" name="文本框 111"/>
            <p:cNvSpPr txBox="1"/>
            <p:nvPr userDrawn="1">
              <p:custDataLst>
                <p:tags r:id="rId91"/>
              </p:custDataLst>
            </p:nvPr>
          </p:nvSpPr>
          <p:spPr>
            <a:xfrm>
              <a:off x="9433" y="3044"/>
              <a:ext cx="974" cy="967"/>
            </a:xfrm>
            <a:prstGeom prst="rect">
              <a:avLst/>
            </a:prstGeom>
            <a:noFill/>
          </p:spPr>
          <p:txBody>
            <a:bodyPr wrap="none" lIns="0" tIns="0" rIns="0" bIns="0" rtlCol="0" anchor="t" anchorCtr="0">
              <a:noAutofit/>
            </a:bodyPr>
            <a:lstStyle/>
            <a:p>
              <a:pPr algn="ctr"/>
              <a:r>
                <a:rPr lang="en-US" altLang="zh-CN" sz="3600" dirty="0">
                  <a:solidFill>
                    <a:schemeClr val="bg1"/>
                  </a:solidFill>
                  <a:latin typeface="思源宋体 CN Heavy" pitchFamily="18" charset="-122"/>
                  <a:ea typeface="思源宋体 CN Heavy" pitchFamily="18" charset="-122"/>
                </a:rPr>
                <a:t>3</a:t>
              </a:r>
              <a:endParaRPr lang="en-US" altLang="zh-CN" sz="3600" dirty="0">
                <a:solidFill>
                  <a:schemeClr val="bg1"/>
                </a:solidFill>
                <a:latin typeface="思源宋体 CN Heavy" pitchFamily="18" charset="-122"/>
                <a:ea typeface="思源宋体 CN Heavy" pitchFamily="18" charset="-122"/>
              </a:endParaRPr>
            </a:p>
          </p:txBody>
        </p:sp>
        <p:sp>
          <p:nvSpPr>
            <p:cNvPr id="113" name="任意多边形: 形状 57"/>
            <p:cNvSpPr/>
            <p:nvPr userDrawn="1">
              <p:custDataLst>
                <p:tags r:id="rId92"/>
              </p:custDataLst>
            </p:nvPr>
          </p:nvSpPr>
          <p:spPr>
            <a:xfrm>
              <a:off x="9342" y="3717"/>
              <a:ext cx="259" cy="252"/>
            </a:xfrm>
            <a:custGeom>
              <a:avLst/>
              <a:gdLst>
                <a:gd name="connsiteX0" fmla="*/ 0 w 487049"/>
                <a:gd name="connsiteY0" fmla="*/ 0 h 487049"/>
                <a:gd name="connsiteX1" fmla="*/ 487049 w 487049"/>
                <a:gd name="connsiteY1" fmla="*/ 487049 h 487049"/>
                <a:gd name="connsiteX2" fmla="*/ 236304 w 487049"/>
                <a:gd name="connsiteY2" fmla="*/ 487049 h 487049"/>
                <a:gd name="connsiteX3" fmla="*/ 0 w 487049"/>
                <a:gd name="connsiteY3" fmla="*/ 250745 h 487049"/>
                <a:gd name="connsiteX4" fmla="*/ 0 w 487049"/>
                <a:gd name="connsiteY4" fmla="*/ 0 h 487049"/>
                <a:gd name="connsiteX0-1" fmla="*/ 0 w 487049"/>
                <a:gd name="connsiteY0-2" fmla="*/ 0 h 487049"/>
                <a:gd name="connsiteX1-3" fmla="*/ 249038 w 487049"/>
                <a:gd name="connsiteY1-4" fmla="*/ 246188 h 487049"/>
                <a:gd name="connsiteX2-5" fmla="*/ 487049 w 487049"/>
                <a:gd name="connsiteY2-6" fmla="*/ 487049 h 487049"/>
                <a:gd name="connsiteX3-7" fmla="*/ 236304 w 487049"/>
                <a:gd name="connsiteY3-8" fmla="*/ 487049 h 487049"/>
                <a:gd name="connsiteX4-9" fmla="*/ 0 w 487049"/>
                <a:gd name="connsiteY4-10" fmla="*/ 250745 h 487049"/>
                <a:gd name="connsiteX5" fmla="*/ 0 w 487049"/>
                <a:gd name="connsiteY5" fmla="*/ 0 h 487049"/>
                <a:gd name="connsiteX0-11" fmla="*/ 249038 w 487049"/>
                <a:gd name="connsiteY0-12" fmla="*/ 246188 h 487049"/>
                <a:gd name="connsiteX1-13" fmla="*/ 487049 w 487049"/>
                <a:gd name="connsiteY1-14" fmla="*/ 487049 h 487049"/>
                <a:gd name="connsiteX2-15" fmla="*/ 236304 w 487049"/>
                <a:gd name="connsiteY2-16" fmla="*/ 487049 h 487049"/>
                <a:gd name="connsiteX3-17" fmla="*/ 0 w 487049"/>
                <a:gd name="connsiteY3-18" fmla="*/ 250745 h 487049"/>
                <a:gd name="connsiteX4-19" fmla="*/ 0 w 487049"/>
                <a:gd name="connsiteY4-20" fmla="*/ 0 h 487049"/>
                <a:gd name="connsiteX5-21" fmla="*/ 340478 w 487049"/>
                <a:gd name="connsiteY5-22" fmla="*/ 337628 h 487049"/>
                <a:gd name="connsiteX0-23" fmla="*/ 487049 w 487049"/>
                <a:gd name="connsiteY0-24" fmla="*/ 487049 h 487049"/>
                <a:gd name="connsiteX1-25" fmla="*/ 236304 w 487049"/>
                <a:gd name="connsiteY1-26" fmla="*/ 487049 h 487049"/>
                <a:gd name="connsiteX2-27" fmla="*/ 0 w 487049"/>
                <a:gd name="connsiteY2-28" fmla="*/ 250745 h 487049"/>
                <a:gd name="connsiteX3-29" fmla="*/ 0 w 487049"/>
                <a:gd name="connsiteY3-30" fmla="*/ 0 h 487049"/>
                <a:gd name="connsiteX4-31" fmla="*/ 340478 w 487049"/>
                <a:gd name="connsiteY4-32" fmla="*/ 337628 h 487049"/>
                <a:gd name="connsiteX0-33" fmla="*/ 487049 w 487049"/>
                <a:gd name="connsiteY0-34" fmla="*/ 487049 h 487049"/>
                <a:gd name="connsiteX1-35" fmla="*/ 236304 w 487049"/>
                <a:gd name="connsiteY1-36" fmla="*/ 487049 h 487049"/>
                <a:gd name="connsiteX2-37" fmla="*/ 0 w 487049"/>
                <a:gd name="connsiteY2-38" fmla="*/ 250745 h 487049"/>
                <a:gd name="connsiteX3-39" fmla="*/ 0 w 487049"/>
                <a:gd name="connsiteY3-40" fmla="*/ 0 h 487049"/>
                <a:gd name="connsiteX0-41" fmla="*/ 489855 w 489855"/>
                <a:gd name="connsiteY0-42" fmla="*/ 372012 h 372012"/>
                <a:gd name="connsiteX1-43" fmla="*/ 239110 w 489855"/>
                <a:gd name="connsiteY1-44" fmla="*/ 372012 h 372012"/>
                <a:gd name="connsiteX2-45" fmla="*/ 2806 w 489855"/>
                <a:gd name="connsiteY2-46" fmla="*/ 135708 h 372012"/>
                <a:gd name="connsiteX3-47" fmla="*/ 0 w 489855"/>
                <a:gd name="connsiteY3-48" fmla="*/ 0 h 372012"/>
                <a:gd name="connsiteX0-49" fmla="*/ 383236 w 383236"/>
                <a:gd name="connsiteY0-50" fmla="*/ 372012 h 372012"/>
                <a:gd name="connsiteX1-51" fmla="*/ 239110 w 383236"/>
                <a:gd name="connsiteY1-52" fmla="*/ 372012 h 372012"/>
                <a:gd name="connsiteX2-53" fmla="*/ 2806 w 383236"/>
                <a:gd name="connsiteY2-54" fmla="*/ 135708 h 372012"/>
                <a:gd name="connsiteX3-55" fmla="*/ 0 w 383236"/>
                <a:gd name="connsiteY3-56" fmla="*/ 0 h 372012"/>
              </a:gdLst>
              <a:ahLst/>
              <a:cxnLst>
                <a:cxn ang="0">
                  <a:pos x="connsiteX0-1" y="connsiteY0-2"/>
                </a:cxn>
                <a:cxn ang="0">
                  <a:pos x="connsiteX1-3" y="connsiteY1-4"/>
                </a:cxn>
                <a:cxn ang="0">
                  <a:pos x="connsiteX2-5" y="connsiteY2-6"/>
                </a:cxn>
                <a:cxn ang="0">
                  <a:pos x="connsiteX3-7" y="connsiteY3-8"/>
                </a:cxn>
              </a:cxnLst>
              <a:rect l="l" t="t" r="r" b="b"/>
              <a:pathLst>
                <a:path w="383236" h="372012">
                  <a:moveTo>
                    <a:pt x="383236" y="372012"/>
                  </a:moveTo>
                  <a:lnTo>
                    <a:pt x="239110" y="372012"/>
                  </a:lnTo>
                  <a:lnTo>
                    <a:pt x="2806" y="135708"/>
                  </a:lnTo>
                  <a:cubicBezTo>
                    <a:pt x="1871" y="90472"/>
                    <a:pt x="935" y="45236"/>
                    <a:pt x="0" y="0"/>
                  </a:cubicBezTo>
                </a:path>
              </a:pathLst>
            </a:custGeom>
            <a:noFill/>
            <a:ln w="31750" cap="sq">
              <a:solidFill>
                <a:schemeClr val="accent5"/>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宋体 CN Heavy" pitchFamily="18" charset="-122"/>
                <a:ea typeface="思源宋体 CN Heavy" pitchFamily="18" charset="-122"/>
              </a:endParaRPr>
            </a:p>
          </p:txBody>
        </p:sp>
        <p:sp>
          <p:nvSpPr>
            <p:cNvPr id="114" name="任意多边形: 形状 58"/>
            <p:cNvSpPr/>
            <p:nvPr userDrawn="1">
              <p:custDataLst>
                <p:tags r:id="rId93"/>
              </p:custDataLst>
            </p:nvPr>
          </p:nvSpPr>
          <p:spPr>
            <a:xfrm rot="10800000">
              <a:off x="16943" y="2990"/>
              <a:ext cx="259" cy="252"/>
            </a:xfrm>
            <a:custGeom>
              <a:avLst/>
              <a:gdLst>
                <a:gd name="connsiteX0" fmla="*/ 0 w 487049"/>
                <a:gd name="connsiteY0" fmla="*/ 0 h 487049"/>
                <a:gd name="connsiteX1" fmla="*/ 487049 w 487049"/>
                <a:gd name="connsiteY1" fmla="*/ 487049 h 487049"/>
                <a:gd name="connsiteX2" fmla="*/ 236304 w 487049"/>
                <a:gd name="connsiteY2" fmla="*/ 487049 h 487049"/>
                <a:gd name="connsiteX3" fmla="*/ 0 w 487049"/>
                <a:gd name="connsiteY3" fmla="*/ 250745 h 487049"/>
                <a:gd name="connsiteX4" fmla="*/ 0 w 487049"/>
                <a:gd name="connsiteY4" fmla="*/ 0 h 487049"/>
                <a:gd name="connsiteX0-1" fmla="*/ 0 w 487049"/>
                <a:gd name="connsiteY0-2" fmla="*/ 0 h 487049"/>
                <a:gd name="connsiteX1-3" fmla="*/ 249038 w 487049"/>
                <a:gd name="connsiteY1-4" fmla="*/ 246188 h 487049"/>
                <a:gd name="connsiteX2-5" fmla="*/ 487049 w 487049"/>
                <a:gd name="connsiteY2-6" fmla="*/ 487049 h 487049"/>
                <a:gd name="connsiteX3-7" fmla="*/ 236304 w 487049"/>
                <a:gd name="connsiteY3-8" fmla="*/ 487049 h 487049"/>
                <a:gd name="connsiteX4-9" fmla="*/ 0 w 487049"/>
                <a:gd name="connsiteY4-10" fmla="*/ 250745 h 487049"/>
                <a:gd name="connsiteX5" fmla="*/ 0 w 487049"/>
                <a:gd name="connsiteY5" fmla="*/ 0 h 487049"/>
                <a:gd name="connsiteX0-11" fmla="*/ 249038 w 487049"/>
                <a:gd name="connsiteY0-12" fmla="*/ 246188 h 487049"/>
                <a:gd name="connsiteX1-13" fmla="*/ 487049 w 487049"/>
                <a:gd name="connsiteY1-14" fmla="*/ 487049 h 487049"/>
                <a:gd name="connsiteX2-15" fmla="*/ 236304 w 487049"/>
                <a:gd name="connsiteY2-16" fmla="*/ 487049 h 487049"/>
                <a:gd name="connsiteX3-17" fmla="*/ 0 w 487049"/>
                <a:gd name="connsiteY3-18" fmla="*/ 250745 h 487049"/>
                <a:gd name="connsiteX4-19" fmla="*/ 0 w 487049"/>
                <a:gd name="connsiteY4-20" fmla="*/ 0 h 487049"/>
                <a:gd name="connsiteX5-21" fmla="*/ 340478 w 487049"/>
                <a:gd name="connsiteY5-22" fmla="*/ 337628 h 487049"/>
                <a:gd name="connsiteX0-23" fmla="*/ 487049 w 487049"/>
                <a:gd name="connsiteY0-24" fmla="*/ 487049 h 487049"/>
                <a:gd name="connsiteX1-25" fmla="*/ 236304 w 487049"/>
                <a:gd name="connsiteY1-26" fmla="*/ 487049 h 487049"/>
                <a:gd name="connsiteX2-27" fmla="*/ 0 w 487049"/>
                <a:gd name="connsiteY2-28" fmla="*/ 250745 h 487049"/>
                <a:gd name="connsiteX3-29" fmla="*/ 0 w 487049"/>
                <a:gd name="connsiteY3-30" fmla="*/ 0 h 487049"/>
                <a:gd name="connsiteX4-31" fmla="*/ 340478 w 487049"/>
                <a:gd name="connsiteY4-32" fmla="*/ 337628 h 487049"/>
                <a:gd name="connsiteX0-33" fmla="*/ 487049 w 487049"/>
                <a:gd name="connsiteY0-34" fmla="*/ 487049 h 487049"/>
                <a:gd name="connsiteX1-35" fmla="*/ 236304 w 487049"/>
                <a:gd name="connsiteY1-36" fmla="*/ 487049 h 487049"/>
                <a:gd name="connsiteX2-37" fmla="*/ 0 w 487049"/>
                <a:gd name="connsiteY2-38" fmla="*/ 250745 h 487049"/>
                <a:gd name="connsiteX3-39" fmla="*/ 0 w 487049"/>
                <a:gd name="connsiteY3-40" fmla="*/ 0 h 487049"/>
                <a:gd name="connsiteX0-41" fmla="*/ 489855 w 489855"/>
                <a:gd name="connsiteY0-42" fmla="*/ 372012 h 372012"/>
                <a:gd name="connsiteX1-43" fmla="*/ 239110 w 489855"/>
                <a:gd name="connsiteY1-44" fmla="*/ 372012 h 372012"/>
                <a:gd name="connsiteX2-45" fmla="*/ 2806 w 489855"/>
                <a:gd name="connsiteY2-46" fmla="*/ 135708 h 372012"/>
                <a:gd name="connsiteX3-47" fmla="*/ 0 w 489855"/>
                <a:gd name="connsiteY3-48" fmla="*/ 0 h 372012"/>
                <a:gd name="connsiteX0-49" fmla="*/ 383236 w 383236"/>
                <a:gd name="connsiteY0-50" fmla="*/ 372012 h 372012"/>
                <a:gd name="connsiteX1-51" fmla="*/ 239110 w 383236"/>
                <a:gd name="connsiteY1-52" fmla="*/ 372012 h 372012"/>
                <a:gd name="connsiteX2-53" fmla="*/ 2806 w 383236"/>
                <a:gd name="connsiteY2-54" fmla="*/ 135708 h 372012"/>
                <a:gd name="connsiteX3-55" fmla="*/ 0 w 383236"/>
                <a:gd name="connsiteY3-56" fmla="*/ 0 h 372012"/>
              </a:gdLst>
              <a:ahLst/>
              <a:cxnLst>
                <a:cxn ang="0">
                  <a:pos x="connsiteX0-1" y="connsiteY0-2"/>
                </a:cxn>
                <a:cxn ang="0">
                  <a:pos x="connsiteX1-3" y="connsiteY1-4"/>
                </a:cxn>
                <a:cxn ang="0">
                  <a:pos x="connsiteX2-5" y="connsiteY2-6"/>
                </a:cxn>
                <a:cxn ang="0">
                  <a:pos x="connsiteX3-7" y="connsiteY3-8"/>
                </a:cxn>
              </a:cxnLst>
              <a:rect l="l" t="t" r="r" b="b"/>
              <a:pathLst>
                <a:path w="383236" h="372012">
                  <a:moveTo>
                    <a:pt x="383236" y="372012"/>
                  </a:moveTo>
                  <a:lnTo>
                    <a:pt x="239110" y="372012"/>
                  </a:lnTo>
                  <a:lnTo>
                    <a:pt x="2806" y="135708"/>
                  </a:lnTo>
                  <a:cubicBezTo>
                    <a:pt x="1871" y="90472"/>
                    <a:pt x="935" y="45236"/>
                    <a:pt x="0" y="0"/>
                  </a:cubicBezTo>
                </a:path>
              </a:pathLst>
            </a:custGeom>
            <a:noFill/>
            <a:ln w="31750" cap="sq">
              <a:solidFill>
                <a:srgbClr val="FFFF00"/>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宋体 CN Heavy" pitchFamily="18" charset="-122"/>
                <a:ea typeface="思源宋体 CN Heavy" pitchFamily="18" charset="-122"/>
              </a:endParaRPr>
            </a:p>
          </p:txBody>
        </p:sp>
        <p:sp>
          <p:nvSpPr>
            <p:cNvPr id="115" name="直角三角形 114"/>
            <p:cNvSpPr/>
            <p:nvPr userDrawn="1">
              <p:custDataLst>
                <p:tags r:id="rId94"/>
              </p:custDataLst>
            </p:nvPr>
          </p:nvSpPr>
          <p:spPr>
            <a:xfrm rot="10800000">
              <a:off x="10347" y="2990"/>
              <a:ext cx="179" cy="179"/>
            </a:xfrm>
            <a:prstGeom prst="rtTriangle">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116" name="平行四边形 115"/>
            <p:cNvSpPr/>
            <p:nvPr userDrawn="1">
              <p:custDataLst>
                <p:tags r:id="rId95"/>
              </p:custDataLst>
            </p:nvPr>
          </p:nvSpPr>
          <p:spPr>
            <a:xfrm flipV="1">
              <a:off x="10725" y="3008"/>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117" name="平行四边形 116"/>
            <p:cNvSpPr/>
            <p:nvPr userDrawn="1">
              <p:custDataLst>
                <p:tags r:id="rId96"/>
              </p:custDataLst>
            </p:nvPr>
          </p:nvSpPr>
          <p:spPr>
            <a:xfrm flipV="1">
              <a:off x="10808" y="3008"/>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118" name="平行四边形 117"/>
            <p:cNvSpPr/>
            <p:nvPr userDrawn="1">
              <p:custDataLst>
                <p:tags r:id="rId97"/>
              </p:custDataLst>
            </p:nvPr>
          </p:nvSpPr>
          <p:spPr>
            <a:xfrm flipV="1">
              <a:off x="16208"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119" name="平行四边形 118"/>
            <p:cNvSpPr/>
            <p:nvPr userDrawn="1">
              <p:custDataLst>
                <p:tags r:id="rId98"/>
              </p:custDataLst>
            </p:nvPr>
          </p:nvSpPr>
          <p:spPr>
            <a:xfrm flipV="1">
              <a:off x="16306"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120" name="平行四边形 119"/>
            <p:cNvSpPr/>
            <p:nvPr userDrawn="1">
              <p:custDataLst>
                <p:tags r:id="rId99"/>
              </p:custDataLst>
            </p:nvPr>
          </p:nvSpPr>
          <p:spPr>
            <a:xfrm flipV="1">
              <a:off x="16404"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121" name="平行四边形 120"/>
            <p:cNvSpPr/>
            <p:nvPr userDrawn="1">
              <p:custDataLst>
                <p:tags r:id="rId100"/>
              </p:custDataLst>
            </p:nvPr>
          </p:nvSpPr>
          <p:spPr>
            <a:xfrm flipV="1">
              <a:off x="16502"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122" name="平行四边形 121"/>
            <p:cNvSpPr/>
            <p:nvPr userDrawn="1">
              <p:custDataLst>
                <p:tags r:id="rId101"/>
              </p:custDataLst>
            </p:nvPr>
          </p:nvSpPr>
          <p:spPr>
            <a:xfrm flipV="1">
              <a:off x="16698"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123" name="平行四边形 122"/>
            <p:cNvSpPr/>
            <p:nvPr userDrawn="1">
              <p:custDataLst>
                <p:tags r:id="rId102"/>
              </p:custDataLst>
            </p:nvPr>
          </p:nvSpPr>
          <p:spPr>
            <a:xfrm flipV="1">
              <a:off x="16600"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124" name="平行四边形 123"/>
            <p:cNvSpPr/>
            <p:nvPr userDrawn="1">
              <p:custDataLst>
                <p:tags r:id="rId103"/>
              </p:custDataLst>
            </p:nvPr>
          </p:nvSpPr>
          <p:spPr>
            <a:xfrm flipV="1">
              <a:off x="16795"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140" name="平行四边形 139"/>
            <p:cNvSpPr/>
            <p:nvPr userDrawn="1">
              <p:custDataLst>
                <p:tags r:id="rId104"/>
              </p:custDataLst>
            </p:nvPr>
          </p:nvSpPr>
          <p:spPr>
            <a:xfrm flipV="1">
              <a:off x="16893"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141" name="平行四边形 140"/>
            <p:cNvSpPr/>
            <p:nvPr userDrawn="1">
              <p:custDataLst>
                <p:tags r:id="rId105"/>
              </p:custDataLst>
            </p:nvPr>
          </p:nvSpPr>
          <p:spPr>
            <a:xfrm flipV="1">
              <a:off x="16991"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sp>
          <p:nvSpPr>
            <p:cNvPr id="142" name="平行四边形 141"/>
            <p:cNvSpPr/>
            <p:nvPr userDrawn="1">
              <p:custDataLst>
                <p:tags r:id="rId106"/>
              </p:custDataLst>
            </p:nvPr>
          </p:nvSpPr>
          <p:spPr>
            <a:xfrm flipV="1">
              <a:off x="17089" y="3924"/>
              <a:ext cx="113" cy="45"/>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itchFamily="18" charset="-122"/>
                <a:ea typeface="思源宋体 CN Heavy" pitchFamily="18" charset="-122"/>
              </a:endParaRPr>
            </a:p>
          </p:txBody>
        </p:sp>
      </p:grpSp>
      <p:sp>
        <p:nvSpPr>
          <p:cNvPr id="143" name="catalog3"/>
          <p:cNvSpPr txBox="1"/>
          <p:nvPr>
            <p:custDataLst>
              <p:tags r:id="rId107"/>
            </p:custDataLst>
          </p:nvPr>
        </p:nvSpPr>
        <p:spPr>
          <a:xfrm>
            <a:off x="6814820" y="4291965"/>
            <a:ext cx="3943985" cy="521970"/>
          </a:xfrm>
          <a:prstGeom prst="rect">
            <a:avLst/>
          </a:prstGeom>
          <a:noFill/>
        </p:spPr>
        <p:txBody>
          <a:bodyPr wrap="square" rtlCol="0">
            <a:spAutoFit/>
          </a:bodyPr>
          <a:lstStyle/>
          <a:p>
            <a:r>
              <a:rPr sz="2800" dirty="0" err="1">
                <a:solidFill>
                  <a:schemeClr val="bg1"/>
                </a:solidFill>
                <a:latin typeface="思源宋体 CN Heavy" pitchFamily="18" charset="-122"/>
                <a:ea typeface="思源宋体 CN Heavy" pitchFamily="18" charset="-122"/>
                <a:cs typeface="思源宋体" panose="02020700000000000000" charset="-122"/>
                <a:sym typeface="HanWangHeiHeavy" panose="02000500000000000000" pitchFamily="2" charset="-120"/>
              </a:rPr>
              <a:t>产生的影响</a:t>
            </a:r>
            <a:r>
              <a:rPr lang="zh-CN" sz="2800" dirty="0" err="1">
                <a:solidFill>
                  <a:schemeClr val="bg1"/>
                </a:solidFill>
                <a:latin typeface="思源宋体 CN Heavy" pitchFamily="18" charset="-122"/>
                <a:ea typeface="思源宋体 CN Heavy" pitchFamily="18" charset="-122"/>
                <a:cs typeface="思源宋体" panose="02020700000000000000" charset="-122"/>
                <a:sym typeface="HanWangHeiHeavy" panose="02000500000000000000" pitchFamily="2" charset="-120"/>
              </a:rPr>
              <a:t>对对对的</a:t>
            </a:r>
            <a:endParaRPr lang="zh-CN" sz="2800" dirty="0" err="1">
              <a:solidFill>
                <a:schemeClr val="bg1"/>
              </a:solidFill>
              <a:latin typeface="思源宋体 CN Heavy" pitchFamily="18" charset="-122"/>
              <a:ea typeface="思源宋体 CN Heavy" pitchFamily="18" charset="-122"/>
              <a:cs typeface="思源宋体" panose="02020700000000000000" charset="-122"/>
              <a:sym typeface="HanWangHeiHeavy" panose="02000500000000000000" pitchFamily="2" charset="-120"/>
            </a:endParaRPr>
          </a:p>
        </p:txBody>
      </p:sp>
    </p:spTree>
  </p:cSld>
  <p:clrMapOvr>
    <a:masterClrMapping/>
  </p:clrMapOvr>
  <p:transition spd="slow" advTm="5000">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500"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6" presetClass="entr" presetSubtype="16" fill="hold" nodeType="afterEffect">
                                  <p:stCondLst>
                                    <p:cond delay="0"/>
                                  </p:stCondLst>
                                  <p:childTnLst>
                                    <p:set>
                                      <p:cBhvr>
                                        <p:cTn id="10" dur="1000" fill="hold">
                                          <p:stCondLst>
                                            <p:cond delay="0"/>
                                          </p:stCondLst>
                                        </p:cTn>
                                        <p:tgtEl>
                                          <p:spTgt spid="55"/>
                                        </p:tgtEl>
                                        <p:attrNameLst>
                                          <p:attrName>style.visibility</p:attrName>
                                        </p:attrNameLst>
                                      </p:cBhvr>
                                      <p:to>
                                        <p:strVal val="visible"/>
                                      </p:to>
                                    </p:set>
                                    <p:animEffect transition="in" filter="circle(in)">
                                      <p:cBhvr>
                                        <p:cTn id="11" dur="10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245" name="image" descr="20 [转换]"/>
          <p:cNvPicPr>
            <a:picLocks noChangeAspect="1"/>
          </p:cNvPicPr>
          <p:nvPr/>
        </p:nvPicPr>
        <p:blipFill>
          <a:blip r:embed="rId2" cstate="screen"/>
          <a:stretch>
            <a:fillRect/>
          </a:stretch>
        </p:blipFill>
        <p:spPr>
          <a:xfrm>
            <a:off x="950595" y="2755265"/>
            <a:ext cx="2426970" cy="2323465"/>
          </a:xfrm>
          <a:prstGeom prst="rect">
            <a:avLst/>
          </a:prstGeom>
        </p:spPr>
      </p:pic>
      <p:grpSp>
        <p:nvGrpSpPr>
          <p:cNvPr id="108" name="组合 107"/>
          <p:cNvGrpSpPr/>
          <p:nvPr/>
        </p:nvGrpSpPr>
        <p:grpSpPr>
          <a:xfrm rot="0" flipV="1">
            <a:off x="3804285" y="707390"/>
            <a:ext cx="4585970" cy="53975"/>
            <a:chOff x="4340313" y="1759636"/>
            <a:chExt cx="4586047" cy="54000"/>
          </a:xfrm>
          <a:solidFill>
            <a:schemeClr val="accent2"/>
          </a:solidFill>
        </p:grpSpPr>
        <p:sp>
          <p:nvSpPr>
            <p:cNvPr id="8" name="平行四边形 7"/>
            <p:cNvSpPr/>
            <p:nvPr>
              <p:custDataLst>
                <p:tags r:id="rId3"/>
              </p:custDataLst>
            </p:nvPr>
          </p:nvSpPr>
          <p:spPr>
            <a:xfrm flipH="1">
              <a:off x="458509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平行四边形 8"/>
            <p:cNvSpPr/>
            <p:nvPr>
              <p:custDataLst>
                <p:tags r:id="rId4"/>
              </p:custDataLst>
            </p:nvPr>
          </p:nvSpPr>
          <p:spPr>
            <a:xfrm flipH="1">
              <a:off x="482987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平行四边形 9"/>
            <p:cNvSpPr/>
            <p:nvPr>
              <p:custDataLst>
                <p:tags r:id="rId5"/>
              </p:custDataLst>
            </p:nvPr>
          </p:nvSpPr>
          <p:spPr>
            <a:xfrm flipH="1">
              <a:off x="507465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平行四边形 10"/>
            <p:cNvSpPr/>
            <p:nvPr>
              <p:custDataLst>
                <p:tags r:id="rId6"/>
              </p:custDataLst>
            </p:nvPr>
          </p:nvSpPr>
          <p:spPr>
            <a:xfrm flipH="1">
              <a:off x="531943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平行四边形 11"/>
            <p:cNvSpPr/>
            <p:nvPr>
              <p:custDataLst>
                <p:tags r:id="rId7"/>
              </p:custDataLst>
            </p:nvPr>
          </p:nvSpPr>
          <p:spPr>
            <a:xfrm flipH="1">
              <a:off x="556421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平行四边形 12"/>
            <p:cNvSpPr/>
            <p:nvPr>
              <p:custDataLst>
                <p:tags r:id="rId8"/>
              </p:custDataLst>
            </p:nvPr>
          </p:nvSpPr>
          <p:spPr>
            <a:xfrm flipH="1">
              <a:off x="580899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平行四边形 13"/>
            <p:cNvSpPr/>
            <p:nvPr>
              <p:custDataLst>
                <p:tags r:id="rId9"/>
              </p:custDataLst>
            </p:nvPr>
          </p:nvSpPr>
          <p:spPr>
            <a:xfrm flipH="1">
              <a:off x="605377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平行四边形 14"/>
            <p:cNvSpPr/>
            <p:nvPr>
              <p:custDataLst>
                <p:tags r:id="rId10"/>
              </p:custDataLst>
            </p:nvPr>
          </p:nvSpPr>
          <p:spPr>
            <a:xfrm>
              <a:off x="850157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p:cNvSpPr/>
            <p:nvPr>
              <p:custDataLst>
                <p:tags r:id="rId11"/>
              </p:custDataLst>
            </p:nvPr>
          </p:nvSpPr>
          <p:spPr>
            <a:xfrm>
              <a:off x="825679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平行四边形 16"/>
            <p:cNvSpPr/>
            <p:nvPr>
              <p:custDataLst>
                <p:tags r:id="rId12"/>
              </p:custDataLst>
            </p:nvPr>
          </p:nvSpPr>
          <p:spPr>
            <a:xfrm>
              <a:off x="801201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平行四边形 17"/>
            <p:cNvSpPr/>
            <p:nvPr>
              <p:custDataLst>
                <p:tags r:id="rId13"/>
              </p:custDataLst>
            </p:nvPr>
          </p:nvSpPr>
          <p:spPr>
            <a:xfrm>
              <a:off x="776723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平行四边形 18"/>
            <p:cNvSpPr/>
            <p:nvPr>
              <p:custDataLst>
                <p:tags r:id="rId14"/>
              </p:custDataLst>
            </p:nvPr>
          </p:nvSpPr>
          <p:spPr>
            <a:xfrm>
              <a:off x="752245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平行四边形 19"/>
            <p:cNvSpPr/>
            <p:nvPr>
              <p:custDataLst>
                <p:tags r:id="rId15"/>
              </p:custDataLst>
            </p:nvPr>
          </p:nvSpPr>
          <p:spPr>
            <a:xfrm>
              <a:off x="727767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平行四边形 20"/>
            <p:cNvSpPr/>
            <p:nvPr>
              <p:custDataLst>
                <p:tags r:id="rId16"/>
              </p:custDataLst>
            </p:nvPr>
          </p:nvSpPr>
          <p:spPr>
            <a:xfrm>
              <a:off x="703289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平行四边形 21"/>
            <p:cNvSpPr/>
            <p:nvPr>
              <p:custDataLst>
                <p:tags r:id="rId17"/>
              </p:custDataLst>
            </p:nvPr>
          </p:nvSpPr>
          <p:spPr>
            <a:xfrm>
              <a:off x="678811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3" name="组合 22"/>
            <p:cNvGrpSpPr/>
            <p:nvPr/>
          </p:nvGrpSpPr>
          <p:grpSpPr>
            <a:xfrm>
              <a:off x="6298553" y="1759636"/>
              <a:ext cx="432739" cy="54000"/>
              <a:chOff x="6298553" y="1777636"/>
              <a:chExt cx="432739" cy="54000"/>
            </a:xfrm>
            <a:grpFill/>
          </p:grpSpPr>
          <p:sp>
            <p:nvSpPr>
              <p:cNvPr id="24" name="平行四边形 23"/>
              <p:cNvSpPr/>
              <p:nvPr>
                <p:custDataLst>
                  <p:tags r:id="rId18"/>
                </p:custDataLst>
              </p:nvPr>
            </p:nvSpPr>
            <p:spPr>
              <a:xfrm flipH="1">
                <a:off x="6298553" y="1777636"/>
                <a:ext cx="288000" cy="54000"/>
              </a:xfrm>
              <a:prstGeom prst="parallelogram">
                <a:avLst>
                  <a:gd name="adj" fmla="val 99605"/>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平行四边形 24"/>
              <p:cNvSpPr/>
              <p:nvPr>
                <p:custDataLst>
                  <p:tags r:id="rId19"/>
                </p:custDataLst>
              </p:nvPr>
            </p:nvSpPr>
            <p:spPr>
              <a:xfrm>
                <a:off x="6443292" y="1777636"/>
                <a:ext cx="288000" cy="54000"/>
              </a:xfrm>
              <a:prstGeom prst="parallelogram">
                <a:avLst>
                  <a:gd name="adj" fmla="val 99605"/>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6" name="平行四边形 25"/>
            <p:cNvSpPr/>
            <p:nvPr>
              <p:custDataLst>
                <p:tags r:id="rId20"/>
              </p:custDataLst>
            </p:nvPr>
          </p:nvSpPr>
          <p:spPr>
            <a:xfrm>
              <a:off x="8746360" y="1777636"/>
              <a:ext cx="180000" cy="36000"/>
            </a:xfrm>
            <a:prstGeom prst="parallelogram">
              <a:avLst>
                <a:gd name="adj" fmla="val 99605"/>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平行四边形 26"/>
            <p:cNvSpPr/>
            <p:nvPr>
              <p:custDataLst>
                <p:tags r:id="rId21"/>
              </p:custDataLst>
            </p:nvPr>
          </p:nvSpPr>
          <p:spPr>
            <a:xfrm flipH="1">
              <a:off x="4340313" y="1777636"/>
              <a:ext cx="180000" cy="36000"/>
            </a:xfrm>
            <a:prstGeom prst="parallelogram">
              <a:avLst>
                <a:gd name="adj" fmla="val 99605"/>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3" name="组合 112"/>
          <p:cNvGrpSpPr/>
          <p:nvPr/>
        </p:nvGrpSpPr>
        <p:grpSpPr>
          <a:xfrm rot="0">
            <a:off x="3328035" y="707390"/>
            <a:ext cx="5535930" cy="597535"/>
            <a:chOff x="3274830" y="1236793"/>
            <a:chExt cx="5535928" cy="597832"/>
          </a:xfrm>
          <a:solidFill>
            <a:schemeClr val="accent2"/>
          </a:solidFill>
        </p:grpSpPr>
        <p:grpSp>
          <p:nvGrpSpPr>
            <p:cNvPr id="118" name="组合 117"/>
            <p:cNvGrpSpPr/>
            <p:nvPr/>
          </p:nvGrpSpPr>
          <p:grpSpPr>
            <a:xfrm>
              <a:off x="3274830" y="1236793"/>
              <a:ext cx="660302" cy="597832"/>
              <a:chOff x="5616010" y="1242251"/>
              <a:chExt cx="660302" cy="597832"/>
            </a:xfrm>
            <a:grpFill/>
          </p:grpSpPr>
          <p:grpSp>
            <p:nvGrpSpPr>
              <p:cNvPr id="145" name="组合 144"/>
              <p:cNvGrpSpPr/>
              <p:nvPr/>
            </p:nvGrpSpPr>
            <p:grpSpPr>
              <a:xfrm>
                <a:off x="5616010" y="1242251"/>
                <a:ext cx="660302" cy="288000"/>
                <a:chOff x="5616010" y="1242251"/>
                <a:chExt cx="660302" cy="288000"/>
              </a:xfrm>
              <a:grpFill/>
            </p:grpSpPr>
            <p:sp>
              <p:nvSpPr>
                <p:cNvPr id="28" name="平行四边形 27"/>
                <p:cNvSpPr/>
                <p:nvPr>
                  <p:custDataLst>
                    <p:tags r:id="rId22"/>
                  </p:custDataLst>
                </p:nvPr>
              </p:nvSpPr>
              <p:spPr>
                <a:xfrm>
                  <a:off x="5729232" y="1242251"/>
                  <a:ext cx="453768" cy="288000"/>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平行四边形 28"/>
                <p:cNvSpPr/>
                <p:nvPr>
                  <p:custDataLst>
                    <p:tags r:id="rId23"/>
                  </p:custDataLst>
                </p:nvPr>
              </p:nvSpPr>
              <p:spPr>
                <a:xfrm>
                  <a:off x="5616010" y="1484532"/>
                  <a:ext cx="180000" cy="45719"/>
                </a:xfrm>
                <a:prstGeom prst="parallelogram">
                  <a:avLst>
                    <a:gd name="adj" fmla="val 99605"/>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平行四边形 29"/>
                <p:cNvSpPr/>
                <p:nvPr>
                  <p:custDataLst>
                    <p:tags r:id="rId24"/>
                  </p:custDataLst>
                </p:nvPr>
              </p:nvSpPr>
              <p:spPr>
                <a:xfrm>
                  <a:off x="5988312" y="1242251"/>
                  <a:ext cx="288000" cy="72000"/>
                </a:xfrm>
                <a:prstGeom prst="parallelogram">
                  <a:avLst>
                    <a:gd name="adj" fmla="val 99605"/>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30"/>
              <p:cNvGrpSpPr/>
              <p:nvPr/>
            </p:nvGrpSpPr>
            <p:grpSpPr>
              <a:xfrm flipV="1">
                <a:off x="5616010" y="1552083"/>
                <a:ext cx="660302" cy="288000"/>
                <a:chOff x="5616010" y="1242251"/>
                <a:chExt cx="660302" cy="288000"/>
              </a:xfrm>
              <a:grpFill/>
            </p:grpSpPr>
            <p:sp>
              <p:nvSpPr>
                <p:cNvPr id="32" name="平行四边形 31"/>
                <p:cNvSpPr/>
                <p:nvPr>
                  <p:custDataLst>
                    <p:tags r:id="rId25"/>
                  </p:custDataLst>
                </p:nvPr>
              </p:nvSpPr>
              <p:spPr>
                <a:xfrm>
                  <a:off x="5729232" y="1242251"/>
                  <a:ext cx="453768" cy="288000"/>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平行四边形 32"/>
                <p:cNvSpPr/>
                <p:nvPr>
                  <p:custDataLst>
                    <p:tags r:id="rId26"/>
                  </p:custDataLst>
                </p:nvPr>
              </p:nvSpPr>
              <p:spPr>
                <a:xfrm>
                  <a:off x="5616010" y="1484532"/>
                  <a:ext cx="180000" cy="45719"/>
                </a:xfrm>
                <a:prstGeom prst="parallelogram">
                  <a:avLst>
                    <a:gd name="adj" fmla="val 99605"/>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平行四边形 33"/>
                <p:cNvSpPr/>
                <p:nvPr>
                  <p:custDataLst>
                    <p:tags r:id="rId27"/>
                  </p:custDataLst>
                </p:nvPr>
              </p:nvSpPr>
              <p:spPr>
                <a:xfrm>
                  <a:off x="5988312" y="1242251"/>
                  <a:ext cx="288000" cy="72000"/>
                </a:xfrm>
                <a:prstGeom prst="parallelogram">
                  <a:avLst>
                    <a:gd name="adj" fmla="val 99605"/>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直角三角形 34"/>
              <p:cNvSpPr/>
              <p:nvPr>
                <p:custDataLst>
                  <p:tags r:id="rId28"/>
                </p:custDataLst>
              </p:nvPr>
            </p:nvSpPr>
            <p:spPr>
              <a:xfrm rot="2711020">
                <a:off x="5915113" y="1505158"/>
                <a:ext cx="68168" cy="68168"/>
              </a:xfrm>
              <a:prstGeom prst="rtTriangle">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任意多边形: 形状 148"/>
              <p:cNvSpPr/>
              <p:nvPr>
                <p:custDataLst>
                  <p:tags r:id="rId29"/>
                </p:custDataLst>
              </p:nvPr>
            </p:nvSpPr>
            <p:spPr>
              <a:xfrm>
                <a:off x="5739043" y="1242251"/>
                <a:ext cx="260579" cy="230214"/>
              </a:xfrm>
              <a:custGeom>
                <a:avLst/>
                <a:gdLst>
                  <a:gd name="connsiteX0" fmla="*/ 30246 w 260579"/>
                  <a:gd name="connsiteY0" fmla="*/ 199848 h 230214"/>
                  <a:gd name="connsiteX1" fmla="*/ 60732 w 260579"/>
                  <a:gd name="connsiteY1" fmla="*/ 199848 h 230214"/>
                  <a:gd name="connsiteX2" fmla="*/ 30486 w 260579"/>
                  <a:gd name="connsiteY2" fmla="*/ 230214 h 230214"/>
                  <a:gd name="connsiteX3" fmla="*/ 0 w 260579"/>
                  <a:gd name="connsiteY3" fmla="*/ 230214 h 230214"/>
                  <a:gd name="connsiteX4" fmla="*/ 70215 w 260579"/>
                  <a:gd name="connsiteY4" fmla="*/ 159878 h 230214"/>
                  <a:gd name="connsiteX5" fmla="*/ 100701 w 260579"/>
                  <a:gd name="connsiteY5" fmla="*/ 159878 h 230214"/>
                  <a:gd name="connsiteX6" fmla="*/ 70455 w 260579"/>
                  <a:gd name="connsiteY6" fmla="*/ 190244 h 230214"/>
                  <a:gd name="connsiteX7" fmla="*/ 39969 w 260579"/>
                  <a:gd name="connsiteY7" fmla="*/ 190244 h 230214"/>
                  <a:gd name="connsiteX8" fmla="*/ 110185 w 260579"/>
                  <a:gd name="connsiteY8" fmla="*/ 119909 h 230214"/>
                  <a:gd name="connsiteX9" fmla="*/ 140671 w 260579"/>
                  <a:gd name="connsiteY9" fmla="*/ 119909 h 230214"/>
                  <a:gd name="connsiteX10" fmla="*/ 110425 w 260579"/>
                  <a:gd name="connsiteY10" fmla="*/ 150275 h 230214"/>
                  <a:gd name="connsiteX11" fmla="*/ 79939 w 260579"/>
                  <a:gd name="connsiteY11" fmla="*/ 150275 h 230214"/>
                  <a:gd name="connsiteX12" fmla="*/ 150154 w 260579"/>
                  <a:gd name="connsiteY12" fmla="*/ 79939 h 230214"/>
                  <a:gd name="connsiteX13" fmla="*/ 180640 w 260579"/>
                  <a:gd name="connsiteY13" fmla="*/ 79939 h 230214"/>
                  <a:gd name="connsiteX14" fmla="*/ 150394 w 260579"/>
                  <a:gd name="connsiteY14" fmla="*/ 110305 h 230214"/>
                  <a:gd name="connsiteX15" fmla="*/ 119908 w 260579"/>
                  <a:gd name="connsiteY15" fmla="*/ 110305 h 230214"/>
                  <a:gd name="connsiteX16" fmla="*/ 190124 w 260579"/>
                  <a:gd name="connsiteY16" fmla="*/ 39970 h 230214"/>
                  <a:gd name="connsiteX17" fmla="*/ 220610 w 260579"/>
                  <a:gd name="connsiteY17" fmla="*/ 39970 h 230214"/>
                  <a:gd name="connsiteX18" fmla="*/ 190364 w 260579"/>
                  <a:gd name="connsiteY18" fmla="*/ 70336 h 230214"/>
                  <a:gd name="connsiteX19" fmla="*/ 159878 w 260579"/>
                  <a:gd name="connsiteY19" fmla="*/ 70336 h 230214"/>
                  <a:gd name="connsiteX20" fmla="*/ 230093 w 260579"/>
                  <a:gd name="connsiteY20" fmla="*/ 0 h 230214"/>
                  <a:gd name="connsiteX21" fmla="*/ 260579 w 260579"/>
                  <a:gd name="connsiteY21" fmla="*/ 0 h 230214"/>
                  <a:gd name="connsiteX22" fmla="*/ 230333 w 260579"/>
                  <a:gd name="connsiteY22" fmla="*/ 30366 h 230214"/>
                  <a:gd name="connsiteX23" fmla="*/ 199847 w 260579"/>
                  <a:gd name="connsiteY23" fmla="*/ 30366 h 23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0579" h="230214">
                    <a:moveTo>
                      <a:pt x="30246" y="199848"/>
                    </a:moveTo>
                    <a:lnTo>
                      <a:pt x="60732" y="199848"/>
                    </a:lnTo>
                    <a:lnTo>
                      <a:pt x="30486" y="230214"/>
                    </a:lnTo>
                    <a:lnTo>
                      <a:pt x="0" y="230214"/>
                    </a:lnTo>
                    <a:close/>
                    <a:moveTo>
                      <a:pt x="70215" y="159878"/>
                    </a:moveTo>
                    <a:lnTo>
                      <a:pt x="100701" y="159878"/>
                    </a:lnTo>
                    <a:lnTo>
                      <a:pt x="70455" y="190244"/>
                    </a:lnTo>
                    <a:lnTo>
                      <a:pt x="39969" y="190244"/>
                    </a:lnTo>
                    <a:close/>
                    <a:moveTo>
                      <a:pt x="110185" y="119909"/>
                    </a:moveTo>
                    <a:lnTo>
                      <a:pt x="140671" y="119909"/>
                    </a:lnTo>
                    <a:lnTo>
                      <a:pt x="110425" y="150275"/>
                    </a:lnTo>
                    <a:lnTo>
                      <a:pt x="79939" y="150275"/>
                    </a:lnTo>
                    <a:close/>
                    <a:moveTo>
                      <a:pt x="150154" y="79939"/>
                    </a:moveTo>
                    <a:lnTo>
                      <a:pt x="180640" y="79939"/>
                    </a:lnTo>
                    <a:lnTo>
                      <a:pt x="150394" y="110305"/>
                    </a:lnTo>
                    <a:lnTo>
                      <a:pt x="119908" y="110305"/>
                    </a:lnTo>
                    <a:close/>
                    <a:moveTo>
                      <a:pt x="190124" y="39970"/>
                    </a:moveTo>
                    <a:lnTo>
                      <a:pt x="220610" y="39970"/>
                    </a:lnTo>
                    <a:lnTo>
                      <a:pt x="190364" y="70336"/>
                    </a:lnTo>
                    <a:lnTo>
                      <a:pt x="159878" y="70336"/>
                    </a:lnTo>
                    <a:close/>
                    <a:moveTo>
                      <a:pt x="230093" y="0"/>
                    </a:moveTo>
                    <a:lnTo>
                      <a:pt x="260579" y="0"/>
                    </a:lnTo>
                    <a:lnTo>
                      <a:pt x="230333" y="30366"/>
                    </a:lnTo>
                    <a:lnTo>
                      <a:pt x="199847" y="30366"/>
                    </a:lnTo>
                    <a:close/>
                  </a:path>
                </a:pathLst>
              </a:cu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7" name="任意多边形: 形状 149"/>
              <p:cNvSpPr/>
              <p:nvPr>
                <p:custDataLst>
                  <p:tags r:id="rId30"/>
                </p:custDataLst>
              </p:nvPr>
            </p:nvSpPr>
            <p:spPr>
              <a:xfrm flipV="1">
                <a:off x="5739043" y="1609869"/>
                <a:ext cx="260579" cy="230214"/>
              </a:xfrm>
              <a:custGeom>
                <a:avLst/>
                <a:gdLst>
                  <a:gd name="connsiteX0" fmla="*/ 30246 w 260579"/>
                  <a:gd name="connsiteY0" fmla="*/ 199848 h 230214"/>
                  <a:gd name="connsiteX1" fmla="*/ 60732 w 260579"/>
                  <a:gd name="connsiteY1" fmla="*/ 199848 h 230214"/>
                  <a:gd name="connsiteX2" fmla="*/ 30486 w 260579"/>
                  <a:gd name="connsiteY2" fmla="*/ 230214 h 230214"/>
                  <a:gd name="connsiteX3" fmla="*/ 0 w 260579"/>
                  <a:gd name="connsiteY3" fmla="*/ 230214 h 230214"/>
                  <a:gd name="connsiteX4" fmla="*/ 70215 w 260579"/>
                  <a:gd name="connsiteY4" fmla="*/ 159878 h 230214"/>
                  <a:gd name="connsiteX5" fmla="*/ 100701 w 260579"/>
                  <a:gd name="connsiteY5" fmla="*/ 159878 h 230214"/>
                  <a:gd name="connsiteX6" fmla="*/ 70455 w 260579"/>
                  <a:gd name="connsiteY6" fmla="*/ 190244 h 230214"/>
                  <a:gd name="connsiteX7" fmla="*/ 39969 w 260579"/>
                  <a:gd name="connsiteY7" fmla="*/ 190244 h 230214"/>
                  <a:gd name="connsiteX8" fmla="*/ 110185 w 260579"/>
                  <a:gd name="connsiteY8" fmla="*/ 119909 h 230214"/>
                  <a:gd name="connsiteX9" fmla="*/ 140671 w 260579"/>
                  <a:gd name="connsiteY9" fmla="*/ 119909 h 230214"/>
                  <a:gd name="connsiteX10" fmla="*/ 110425 w 260579"/>
                  <a:gd name="connsiteY10" fmla="*/ 150275 h 230214"/>
                  <a:gd name="connsiteX11" fmla="*/ 79939 w 260579"/>
                  <a:gd name="connsiteY11" fmla="*/ 150275 h 230214"/>
                  <a:gd name="connsiteX12" fmla="*/ 150154 w 260579"/>
                  <a:gd name="connsiteY12" fmla="*/ 79939 h 230214"/>
                  <a:gd name="connsiteX13" fmla="*/ 180640 w 260579"/>
                  <a:gd name="connsiteY13" fmla="*/ 79939 h 230214"/>
                  <a:gd name="connsiteX14" fmla="*/ 150394 w 260579"/>
                  <a:gd name="connsiteY14" fmla="*/ 110305 h 230214"/>
                  <a:gd name="connsiteX15" fmla="*/ 119908 w 260579"/>
                  <a:gd name="connsiteY15" fmla="*/ 110305 h 230214"/>
                  <a:gd name="connsiteX16" fmla="*/ 190124 w 260579"/>
                  <a:gd name="connsiteY16" fmla="*/ 39970 h 230214"/>
                  <a:gd name="connsiteX17" fmla="*/ 220610 w 260579"/>
                  <a:gd name="connsiteY17" fmla="*/ 39970 h 230214"/>
                  <a:gd name="connsiteX18" fmla="*/ 190364 w 260579"/>
                  <a:gd name="connsiteY18" fmla="*/ 70336 h 230214"/>
                  <a:gd name="connsiteX19" fmla="*/ 159878 w 260579"/>
                  <a:gd name="connsiteY19" fmla="*/ 70336 h 230214"/>
                  <a:gd name="connsiteX20" fmla="*/ 230093 w 260579"/>
                  <a:gd name="connsiteY20" fmla="*/ 0 h 230214"/>
                  <a:gd name="connsiteX21" fmla="*/ 260579 w 260579"/>
                  <a:gd name="connsiteY21" fmla="*/ 0 h 230214"/>
                  <a:gd name="connsiteX22" fmla="*/ 230333 w 260579"/>
                  <a:gd name="connsiteY22" fmla="*/ 30366 h 230214"/>
                  <a:gd name="connsiteX23" fmla="*/ 199847 w 260579"/>
                  <a:gd name="connsiteY23" fmla="*/ 30366 h 23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0579" h="230214">
                    <a:moveTo>
                      <a:pt x="30246" y="199848"/>
                    </a:moveTo>
                    <a:lnTo>
                      <a:pt x="60732" y="199848"/>
                    </a:lnTo>
                    <a:lnTo>
                      <a:pt x="30486" y="230214"/>
                    </a:lnTo>
                    <a:lnTo>
                      <a:pt x="0" y="230214"/>
                    </a:lnTo>
                    <a:close/>
                    <a:moveTo>
                      <a:pt x="70215" y="159878"/>
                    </a:moveTo>
                    <a:lnTo>
                      <a:pt x="100701" y="159878"/>
                    </a:lnTo>
                    <a:lnTo>
                      <a:pt x="70455" y="190244"/>
                    </a:lnTo>
                    <a:lnTo>
                      <a:pt x="39969" y="190244"/>
                    </a:lnTo>
                    <a:close/>
                    <a:moveTo>
                      <a:pt x="110185" y="119909"/>
                    </a:moveTo>
                    <a:lnTo>
                      <a:pt x="140671" y="119909"/>
                    </a:lnTo>
                    <a:lnTo>
                      <a:pt x="110425" y="150275"/>
                    </a:lnTo>
                    <a:lnTo>
                      <a:pt x="79939" y="150275"/>
                    </a:lnTo>
                    <a:close/>
                    <a:moveTo>
                      <a:pt x="150154" y="79939"/>
                    </a:moveTo>
                    <a:lnTo>
                      <a:pt x="180640" y="79939"/>
                    </a:lnTo>
                    <a:lnTo>
                      <a:pt x="150394" y="110305"/>
                    </a:lnTo>
                    <a:lnTo>
                      <a:pt x="119908" y="110305"/>
                    </a:lnTo>
                    <a:close/>
                    <a:moveTo>
                      <a:pt x="190124" y="39970"/>
                    </a:moveTo>
                    <a:lnTo>
                      <a:pt x="220610" y="39970"/>
                    </a:lnTo>
                    <a:lnTo>
                      <a:pt x="190364" y="70336"/>
                    </a:lnTo>
                    <a:lnTo>
                      <a:pt x="159878" y="70336"/>
                    </a:lnTo>
                    <a:close/>
                    <a:moveTo>
                      <a:pt x="230093" y="0"/>
                    </a:moveTo>
                    <a:lnTo>
                      <a:pt x="260579" y="0"/>
                    </a:lnTo>
                    <a:lnTo>
                      <a:pt x="230333" y="30366"/>
                    </a:lnTo>
                    <a:lnTo>
                      <a:pt x="199847" y="30366"/>
                    </a:lnTo>
                    <a:close/>
                  </a:path>
                </a:pathLst>
              </a:cu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119" name="组合 118"/>
            <p:cNvGrpSpPr/>
            <p:nvPr/>
          </p:nvGrpSpPr>
          <p:grpSpPr>
            <a:xfrm flipH="1">
              <a:off x="8150456" y="1236793"/>
              <a:ext cx="660302" cy="597832"/>
              <a:chOff x="5616010" y="1242251"/>
              <a:chExt cx="660302" cy="597832"/>
            </a:xfrm>
            <a:grpFill/>
          </p:grpSpPr>
          <p:grpSp>
            <p:nvGrpSpPr>
              <p:cNvPr id="123" name="组合 122"/>
              <p:cNvGrpSpPr/>
              <p:nvPr/>
            </p:nvGrpSpPr>
            <p:grpSpPr>
              <a:xfrm>
                <a:off x="5616010" y="1242251"/>
                <a:ext cx="660302" cy="288000"/>
                <a:chOff x="5616010" y="1242251"/>
                <a:chExt cx="660302" cy="288000"/>
              </a:xfrm>
              <a:grpFill/>
            </p:grpSpPr>
            <p:sp>
              <p:nvSpPr>
                <p:cNvPr id="142" name="平行四边形 141"/>
                <p:cNvSpPr/>
                <p:nvPr>
                  <p:custDataLst>
                    <p:tags r:id="rId31"/>
                  </p:custDataLst>
                </p:nvPr>
              </p:nvSpPr>
              <p:spPr>
                <a:xfrm>
                  <a:off x="5729232" y="1242251"/>
                  <a:ext cx="453768" cy="288000"/>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平行四边形 142"/>
                <p:cNvSpPr/>
                <p:nvPr>
                  <p:custDataLst>
                    <p:tags r:id="rId32"/>
                  </p:custDataLst>
                </p:nvPr>
              </p:nvSpPr>
              <p:spPr>
                <a:xfrm>
                  <a:off x="5616010" y="1484532"/>
                  <a:ext cx="180000" cy="45719"/>
                </a:xfrm>
                <a:prstGeom prst="parallelogram">
                  <a:avLst>
                    <a:gd name="adj" fmla="val 99605"/>
                  </a:avLst>
                </a:prstGeom>
                <a:noFill/>
                <a:ln>
                  <a:solidFill>
                    <a:srgbClr val="00FFFF"/>
                  </a:solidFill>
                </a:ln>
                <a:extLst>
                  <a:ext uri="{909E8E84-426E-40DD-AFC4-6F175D3DCCD1}">
                    <a14:hiddenFill xmlns:a14="http://schemas.microsoft.com/office/drawing/2010/main">
                      <a:solidFill>
                        <a:srgbClr val="00FFF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平行四边形 143"/>
                <p:cNvSpPr/>
                <p:nvPr>
                  <p:custDataLst>
                    <p:tags r:id="rId33"/>
                  </p:custDataLst>
                </p:nvPr>
              </p:nvSpPr>
              <p:spPr>
                <a:xfrm>
                  <a:off x="5988312" y="1242251"/>
                  <a:ext cx="288000" cy="72000"/>
                </a:xfrm>
                <a:prstGeom prst="parallelogram">
                  <a:avLst>
                    <a:gd name="adj" fmla="val 99605"/>
                  </a:avLst>
                </a:prstGeom>
                <a:noFill/>
                <a:ln>
                  <a:solidFill>
                    <a:srgbClr val="00FFFF"/>
                  </a:solidFill>
                </a:ln>
                <a:extLst>
                  <a:ext uri="{909E8E84-426E-40DD-AFC4-6F175D3DCCD1}">
                    <a14:hiddenFill xmlns:a14="http://schemas.microsoft.com/office/drawing/2010/main">
                      <a:solidFill>
                        <a:srgbClr val="00FFF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8" name="组合 127"/>
              <p:cNvGrpSpPr/>
              <p:nvPr/>
            </p:nvGrpSpPr>
            <p:grpSpPr>
              <a:xfrm flipV="1">
                <a:off x="5616010" y="1552083"/>
                <a:ext cx="660302" cy="288000"/>
                <a:chOff x="5616010" y="1242251"/>
                <a:chExt cx="660302" cy="288000"/>
              </a:xfrm>
              <a:grpFill/>
            </p:grpSpPr>
            <p:sp>
              <p:nvSpPr>
                <p:cNvPr id="137" name="平行四边形 136"/>
                <p:cNvSpPr/>
                <p:nvPr>
                  <p:custDataLst>
                    <p:tags r:id="rId34"/>
                  </p:custDataLst>
                </p:nvPr>
              </p:nvSpPr>
              <p:spPr>
                <a:xfrm>
                  <a:off x="5729232" y="1242251"/>
                  <a:ext cx="453768" cy="288000"/>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 name="平行四边形 137"/>
                <p:cNvSpPr/>
                <p:nvPr>
                  <p:custDataLst>
                    <p:tags r:id="rId35"/>
                  </p:custDataLst>
                </p:nvPr>
              </p:nvSpPr>
              <p:spPr>
                <a:xfrm>
                  <a:off x="5616010" y="1484532"/>
                  <a:ext cx="180000" cy="45719"/>
                </a:xfrm>
                <a:prstGeom prst="parallelogram">
                  <a:avLst>
                    <a:gd name="adj" fmla="val 99605"/>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平行四边形 138"/>
                <p:cNvSpPr/>
                <p:nvPr>
                  <p:custDataLst>
                    <p:tags r:id="rId36"/>
                  </p:custDataLst>
                </p:nvPr>
              </p:nvSpPr>
              <p:spPr>
                <a:xfrm>
                  <a:off x="5988312" y="1242251"/>
                  <a:ext cx="288000" cy="72000"/>
                </a:xfrm>
                <a:prstGeom prst="parallelogram">
                  <a:avLst>
                    <a:gd name="adj" fmla="val 99605"/>
                  </a:avLst>
                </a:prstGeom>
                <a:noFill/>
                <a:ln>
                  <a:solidFill>
                    <a:srgbClr val="00FFFF"/>
                  </a:solidFill>
                </a:ln>
                <a:extLst>
                  <a:ext uri="{909E8E84-426E-40DD-AFC4-6F175D3DCCD1}">
                    <a14:hiddenFill xmlns:a14="http://schemas.microsoft.com/office/drawing/2010/main">
                      <a:solidFill>
                        <a:srgbClr val="00FFF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4" name="直角三角形 133"/>
              <p:cNvSpPr/>
              <p:nvPr>
                <p:custDataLst>
                  <p:tags r:id="rId37"/>
                </p:custDataLst>
              </p:nvPr>
            </p:nvSpPr>
            <p:spPr>
              <a:xfrm rot="2711020">
                <a:off x="5915113" y="1505158"/>
                <a:ext cx="68168" cy="68168"/>
              </a:xfrm>
              <a:prstGeom prst="rtTriangle">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任意多边形: 形状 134"/>
              <p:cNvSpPr/>
              <p:nvPr>
                <p:custDataLst>
                  <p:tags r:id="rId38"/>
                </p:custDataLst>
              </p:nvPr>
            </p:nvSpPr>
            <p:spPr>
              <a:xfrm>
                <a:off x="5739043" y="1242251"/>
                <a:ext cx="260579" cy="230214"/>
              </a:xfrm>
              <a:custGeom>
                <a:avLst/>
                <a:gdLst>
                  <a:gd name="connsiteX0" fmla="*/ 30246 w 260579"/>
                  <a:gd name="connsiteY0" fmla="*/ 199848 h 230214"/>
                  <a:gd name="connsiteX1" fmla="*/ 60732 w 260579"/>
                  <a:gd name="connsiteY1" fmla="*/ 199848 h 230214"/>
                  <a:gd name="connsiteX2" fmla="*/ 30486 w 260579"/>
                  <a:gd name="connsiteY2" fmla="*/ 230214 h 230214"/>
                  <a:gd name="connsiteX3" fmla="*/ 0 w 260579"/>
                  <a:gd name="connsiteY3" fmla="*/ 230214 h 230214"/>
                  <a:gd name="connsiteX4" fmla="*/ 70215 w 260579"/>
                  <a:gd name="connsiteY4" fmla="*/ 159878 h 230214"/>
                  <a:gd name="connsiteX5" fmla="*/ 100701 w 260579"/>
                  <a:gd name="connsiteY5" fmla="*/ 159878 h 230214"/>
                  <a:gd name="connsiteX6" fmla="*/ 70455 w 260579"/>
                  <a:gd name="connsiteY6" fmla="*/ 190244 h 230214"/>
                  <a:gd name="connsiteX7" fmla="*/ 39969 w 260579"/>
                  <a:gd name="connsiteY7" fmla="*/ 190244 h 230214"/>
                  <a:gd name="connsiteX8" fmla="*/ 110185 w 260579"/>
                  <a:gd name="connsiteY8" fmla="*/ 119909 h 230214"/>
                  <a:gd name="connsiteX9" fmla="*/ 140671 w 260579"/>
                  <a:gd name="connsiteY9" fmla="*/ 119909 h 230214"/>
                  <a:gd name="connsiteX10" fmla="*/ 110425 w 260579"/>
                  <a:gd name="connsiteY10" fmla="*/ 150275 h 230214"/>
                  <a:gd name="connsiteX11" fmla="*/ 79939 w 260579"/>
                  <a:gd name="connsiteY11" fmla="*/ 150275 h 230214"/>
                  <a:gd name="connsiteX12" fmla="*/ 150154 w 260579"/>
                  <a:gd name="connsiteY12" fmla="*/ 79939 h 230214"/>
                  <a:gd name="connsiteX13" fmla="*/ 180640 w 260579"/>
                  <a:gd name="connsiteY13" fmla="*/ 79939 h 230214"/>
                  <a:gd name="connsiteX14" fmla="*/ 150394 w 260579"/>
                  <a:gd name="connsiteY14" fmla="*/ 110305 h 230214"/>
                  <a:gd name="connsiteX15" fmla="*/ 119908 w 260579"/>
                  <a:gd name="connsiteY15" fmla="*/ 110305 h 230214"/>
                  <a:gd name="connsiteX16" fmla="*/ 190124 w 260579"/>
                  <a:gd name="connsiteY16" fmla="*/ 39970 h 230214"/>
                  <a:gd name="connsiteX17" fmla="*/ 220610 w 260579"/>
                  <a:gd name="connsiteY17" fmla="*/ 39970 h 230214"/>
                  <a:gd name="connsiteX18" fmla="*/ 190364 w 260579"/>
                  <a:gd name="connsiteY18" fmla="*/ 70336 h 230214"/>
                  <a:gd name="connsiteX19" fmla="*/ 159878 w 260579"/>
                  <a:gd name="connsiteY19" fmla="*/ 70336 h 230214"/>
                  <a:gd name="connsiteX20" fmla="*/ 230093 w 260579"/>
                  <a:gd name="connsiteY20" fmla="*/ 0 h 230214"/>
                  <a:gd name="connsiteX21" fmla="*/ 260579 w 260579"/>
                  <a:gd name="connsiteY21" fmla="*/ 0 h 230214"/>
                  <a:gd name="connsiteX22" fmla="*/ 230333 w 260579"/>
                  <a:gd name="connsiteY22" fmla="*/ 30366 h 230214"/>
                  <a:gd name="connsiteX23" fmla="*/ 199847 w 260579"/>
                  <a:gd name="connsiteY23" fmla="*/ 30366 h 23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0579" h="230214">
                    <a:moveTo>
                      <a:pt x="30246" y="199848"/>
                    </a:moveTo>
                    <a:lnTo>
                      <a:pt x="60732" y="199848"/>
                    </a:lnTo>
                    <a:lnTo>
                      <a:pt x="30486" y="230214"/>
                    </a:lnTo>
                    <a:lnTo>
                      <a:pt x="0" y="230214"/>
                    </a:lnTo>
                    <a:close/>
                    <a:moveTo>
                      <a:pt x="70215" y="159878"/>
                    </a:moveTo>
                    <a:lnTo>
                      <a:pt x="100701" y="159878"/>
                    </a:lnTo>
                    <a:lnTo>
                      <a:pt x="70455" y="190244"/>
                    </a:lnTo>
                    <a:lnTo>
                      <a:pt x="39969" y="190244"/>
                    </a:lnTo>
                    <a:close/>
                    <a:moveTo>
                      <a:pt x="110185" y="119909"/>
                    </a:moveTo>
                    <a:lnTo>
                      <a:pt x="140671" y="119909"/>
                    </a:lnTo>
                    <a:lnTo>
                      <a:pt x="110425" y="150275"/>
                    </a:lnTo>
                    <a:lnTo>
                      <a:pt x="79939" y="150275"/>
                    </a:lnTo>
                    <a:close/>
                    <a:moveTo>
                      <a:pt x="150154" y="79939"/>
                    </a:moveTo>
                    <a:lnTo>
                      <a:pt x="180640" y="79939"/>
                    </a:lnTo>
                    <a:lnTo>
                      <a:pt x="150394" y="110305"/>
                    </a:lnTo>
                    <a:lnTo>
                      <a:pt x="119908" y="110305"/>
                    </a:lnTo>
                    <a:close/>
                    <a:moveTo>
                      <a:pt x="190124" y="39970"/>
                    </a:moveTo>
                    <a:lnTo>
                      <a:pt x="220610" y="39970"/>
                    </a:lnTo>
                    <a:lnTo>
                      <a:pt x="190364" y="70336"/>
                    </a:lnTo>
                    <a:lnTo>
                      <a:pt x="159878" y="70336"/>
                    </a:lnTo>
                    <a:close/>
                    <a:moveTo>
                      <a:pt x="230093" y="0"/>
                    </a:moveTo>
                    <a:lnTo>
                      <a:pt x="260579" y="0"/>
                    </a:lnTo>
                    <a:lnTo>
                      <a:pt x="230333" y="30366"/>
                    </a:lnTo>
                    <a:lnTo>
                      <a:pt x="199847" y="30366"/>
                    </a:lnTo>
                    <a:close/>
                  </a:path>
                </a:pathLst>
              </a:cu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6" name="任意多边形: 形状 135"/>
              <p:cNvSpPr/>
              <p:nvPr>
                <p:custDataLst>
                  <p:tags r:id="rId39"/>
                </p:custDataLst>
              </p:nvPr>
            </p:nvSpPr>
            <p:spPr>
              <a:xfrm flipV="1">
                <a:off x="5739043" y="1609869"/>
                <a:ext cx="260579" cy="230214"/>
              </a:xfrm>
              <a:custGeom>
                <a:avLst/>
                <a:gdLst>
                  <a:gd name="connsiteX0" fmla="*/ 30246 w 260579"/>
                  <a:gd name="connsiteY0" fmla="*/ 199848 h 230214"/>
                  <a:gd name="connsiteX1" fmla="*/ 60732 w 260579"/>
                  <a:gd name="connsiteY1" fmla="*/ 199848 h 230214"/>
                  <a:gd name="connsiteX2" fmla="*/ 30486 w 260579"/>
                  <a:gd name="connsiteY2" fmla="*/ 230214 h 230214"/>
                  <a:gd name="connsiteX3" fmla="*/ 0 w 260579"/>
                  <a:gd name="connsiteY3" fmla="*/ 230214 h 230214"/>
                  <a:gd name="connsiteX4" fmla="*/ 70215 w 260579"/>
                  <a:gd name="connsiteY4" fmla="*/ 159878 h 230214"/>
                  <a:gd name="connsiteX5" fmla="*/ 100701 w 260579"/>
                  <a:gd name="connsiteY5" fmla="*/ 159878 h 230214"/>
                  <a:gd name="connsiteX6" fmla="*/ 70455 w 260579"/>
                  <a:gd name="connsiteY6" fmla="*/ 190244 h 230214"/>
                  <a:gd name="connsiteX7" fmla="*/ 39969 w 260579"/>
                  <a:gd name="connsiteY7" fmla="*/ 190244 h 230214"/>
                  <a:gd name="connsiteX8" fmla="*/ 110185 w 260579"/>
                  <a:gd name="connsiteY8" fmla="*/ 119909 h 230214"/>
                  <a:gd name="connsiteX9" fmla="*/ 140671 w 260579"/>
                  <a:gd name="connsiteY9" fmla="*/ 119909 h 230214"/>
                  <a:gd name="connsiteX10" fmla="*/ 110425 w 260579"/>
                  <a:gd name="connsiteY10" fmla="*/ 150275 h 230214"/>
                  <a:gd name="connsiteX11" fmla="*/ 79939 w 260579"/>
                  <a:gd name="connsiteY11" fmla="*/ 150275 h 230214"/>
                  <a:gd name="connsiteX12" fmla="*/ 150154 w 260579"/>
                  <a:gd name="connsiteY12" fmla="*/ 79939 h 230214"/>
                  <a:gd name="connsiteX13" fmla="*/ 180640 w 260579"/>
                  <a:gd name="connsiteY13" fmla="*/ 79939 h 230214"/>
                  <a:gd name="connsiteX14" fmla="*/ 150394 w 260579"/>
                  <a:gd name="connsiteY14" fmla="*/ 110305 h 230214"/>
                  <a:gd name="connsiteX15" fmla="*/ 119908 w 260579"/>
                  <a:gd name="connsiteY15" fmla="*/ 110305 h 230214"/>
                  <a:gd name="connsiteX16" fmla="*/ 190124 w 260579"/>
                  <a:gd name="connsiteY16" fmla="*/ 39970 h 230214"/>
                  <a:gd name="connsiteX17" fmla="*/ 220610 w 260579"/>
                  <a:gd name="connsiteY17" fmla="*/ 39970 h 230214"/>
                  <a:gd name="connsiteX18" fmla="*/ 190364 w 260579"/>
                  <a:gd name="connsiteY18" fmla="*/ 70336 h 230214"/>
                  <a:gd name="connsiteX19" fmla="*/ 159878 w 260579"/>
                  <a:gd name="connsiteY19" fmla="*/ 70336 h 230214"/>
                  <a:gd name="connsiteX20" fmla="*/ 230093 w 260579"/>
                  <a:gd name="connsiteY20" fmla="*/ 0 h 230214"/>
                  <a:gd name="connsiteX21" fmla="*/ 260579 w 260579"/>
                  <a:gd name="connsiteY21" fmla="*/ 0 h 230214"/>
                  <a:gd name="connsiteX22" fmla="*/ 230333 w 260579"/>
                  <a:gd name="connsiteY22" fmla="*/ 30366 h 230214"/>
                  <a:gd name="connsiteX23" fmla="*/ 199847 w 260579"/>
                  <a:gd name="connsiteY23" fmla="*/ 30366 h 23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0579" h="230214">
                    <a:moveTo>
                      <a:pt x="30246" y="199848"/>
                    </a:moveTo>
                    <a:lnTo>
                      <a:pt x="60732" y="199848"/>
                    </a:lnTo>
                    <a:lnTo>
                      <a:pt x="30486" y="230214"/>
                    </a:lnTo>
                    <a:lnTo>
                      <a:pt x="0" y="230214"/>
                    </a:lnTo>
                    <a:close/>
                    <a:moveTo>
                      <a:pt x="70215" y="159878"/>
                    </a:moveTo>
                    <a:lnTo>
                      <a:pt x="100701" y="159878"/>
                    </a:lnTo>
                    <a:lnTo>
                      <a:pt x="70455" y="190244"/>
                    </a:lnTo>
                    <a:lnTo>
                      <a:pt x="39969" y="190244"/>
                    </a:lnTo>
                    <a:close/>
                    <a:moveTo>
                      <a:pt x="110185" y="119909"/>
                    </a:moveTo>
                    <a:lnTo>
                      <a:pt x="140671" y="119909"/>
                    </a:lnTo>
                    <a:lnTo>
                      <a:pt x="110425" y="150275"/>
                    </a:lnTo>
                    <a:lnTo>
                      <a:pt x="79939" y="150275"/>
                    </a:lnTo>
                    <a:close/>
                    <a:moveTo>
                      <a:pt x="150154" y="79939"/>
                    </a:moveTo>
                    <a:lnTo>
                      <a:pt x="180640" y="79939"/>
                    </a:lnTo>
                    <a:lnTo>
                      <a:pt x="150394" y="110305"/>
                    </a:lnTo>
                    <a:lnTo>
                      <a:pt x="119908" y="110305"/>
                    </a:lnTo>
                    <a:close/>
                    <a:moveTo>
                      <a:pt x="190124" y="39970"/>
                    </a:moveTo>
                    <a:lnTo>
                      <a:pt x="220610" y="39970"/>
                    </a:lnTo>
                    <a:lnTo>
                      <a:pt x="190364" y="70336"/>
                    </a:lnTo>
                    <a:lnTo>
                      <a:pt x="159878" y="70336"/>
                    </a:lnTo>
                    <a:close/>
                    <a:moveTo>
                      <a:pt x="230093" y="0"/>
                    </a:moveTo>
                    <a:lnTo>
                      <a:pt x="260579" y="0"/>
                    </a:lnTo>
                    <a:lnTo>
                      <a:pt x="230333" y="30366"/>
                    </a:lnTo>
                    <a:lnTo>
                      <a:pt x="199847" y="30366"/>
                    </a:lnTo>
                    <a:close/>
                  </a:path>
                </a:pathLst>
              </a:custGeom>
              <a:noFill/>
              <a:ln>
                <a:solidFill>
                  <a:srgbClr val="00FFFF"/>
                </a:solidFill>
              </a:ln>
              <a:extLst>
                <a:ext uri="{909E8E84-426E-40DD-AFC4-6F175D3DCCD1}">
                  <a14:hiddenFill xmlns:a14="http://schemas.microsoft.com/office/drawing/2010/main">
                    <a:solidFill>
                      <a:srgbClr val="00FFF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sp>
        <p:nvSpPr>
          <p:cNvPr id="114" name="title"/>
          <p:cNvSpPr/>
          <p:nvPr>
            <p:custDataLst>
              <p:tags r:id="rId40"/>
            </p:custDataLst>
          </p:nvPr>
        </p:nvSpPr>
        <p:spPr>
          <a:xfrm>
            <a:off x="3863975" y="761365"/>
            <a:ext cx="4464050" cy="489585"/>
          </a:xfrm>
          <a:prstGeom prst="octagon">
            <a:avLst/>
          </a:prstGeom>
          <a:gradFill>
            <a:gsLst>
              <a:gs pos="0">
                <a:schemeClr val="accent3">
                  <a:alpha val="0"/>
                </a:schemeClr>
              </a:gs>
              <a:gs pos="90000">
                <a:srgbClr val="00FFFF">
                  <a:alpha val="10000"/>
                </a:srgbClr>
              </a:gs>
            </a:gsLst>
            <a:path path="circle">
              <a:fillToRect l="50000" t="50000" r="50000" b="50000"/>
            </a:path>
          </a:gradFill>
          <a:ln w="6350">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1">
            <a:noAutofit/>
          </a:bodyPr>
          <a:lstStyle/>
          <a:p>
            <a:pPr algn="ctr"/>
            <a:r>
              <a:rPr sz="2800" b="1" dirty="0" err="1">
                <a:gradFill>
                  <a:gsLst>
                    <a:gs pos="0">
                      <a:schemeClr val="accent5">
                        <a:lumMod val="20000"/>
                        <a:lumOff val="80000"/>
                      </a:schemeClr>
                    </a:gs>
                    <a:gs pos="100000">
                      <a:srgbClr val="00FFFF"/>
                    </a:gs>
                  </a:gsLst>
                  <a:lin ang="5400000" scaled="0"/>
                </a:gradFill>
                <a:latin typeface="思源宋体 CN Heavy" pitchFamily="18" charset="-122"/>
                <a:ea typeface="思源宋体 CN Heavy" pitchFamily="18" charset="-122"/>
                <a:cs typeface="思源宋体 CN Heavy" pitchFamily="18" charset="-122"/>
                <a:sym typeface="+mn-ea"/>
              </a:rPr>
              <a:t>AI绘画原理</a:t>
            </a:r>
            <a:endParaRPr sz="2800" b="1" dirty="0">
              <a:gradFill>
                <a:gsLst>
                  <a:gs pos="0">
                    <a:schemeClr val="accent5">
                      <a:lumMod val="20000"/>
                      <a:lumOff val="80000"/>
                    </a:schemeClr>
                  </a:gs>
                  <a:gs pos="100000">
                    <a:srgbClr val="00FFFF"/>
                  </a:gs>
                </a:gsLst>
                <a:lin ang="5400000" scaled="0"/>
              </a:gradFill>
              <a:latin typeface="思源宋体 CN Heavy" pitchFamily="18" charset="-122"/>
              <a:ea typeface="思源宋体 CN Heavy" pitchFamily="18" charset="-122"/>
              <a:cs typeface="思源宋体 CN Heavy" pitchFamily="18" charset="-122"/>
              <a:sym typeface="+mn-ea"/>
            </a:endParaRPr>
          </a:p>
        </p:txBody>
      </p:sp>
      <p:sp>
        <p:nvSpPr>
          <p:cNvPr id="94" name="任意多边形: 形状 93"/>
          <p:cNvSpPr/>
          <p:nvPr>
            <p:custDataLst>
              <p:tags r:id="rId41"/>
            </p:custDataLst>
          </p:nvPr>
        </p:nvSpPr>
        <p:spPr>
          <a:xfrm>
            <a:off x="2832735" y="2019300"/>
            <a:ext cx="8278495" cy="1876425"/>
          </a:xfrm>
          <a:custGeom>
            <a:avLst/>
            <a:gdLst>
              <a:gd name="connsiteX0" fmla="*/ 0 w 8278269"/>
              <a:gd name="connsiteY0" fmla="*/ 0 h 1876515"/>
              <a:gd name="connsiteX1" fmla="*/ 7965510 w 8278269"/>
              <a:gd name="connsiteY1" fmla="*/ 0 h 1876515"/>
              <a:gd name="connsiteX2" fmla="*/ 8278269 w 8278269"/>
              <a:gd name="connsiteY2" fmla="*/ 312759 h 1876515"/>
              <a:gd name="connsiteX3" fmla="*/ 8278269 w 8278269"/>
              <a:gd name="connsiteY3" fmla="*/ 1876515 h 1876515"/>
              <a:gd name="connsiteX4" fmla="*/ 849030 w 8278269"/>
              <a:gd name="connsiteY4" fmla="*/ 1876515 h 1876515"/>
              <a:gd name="connsiteX5" fmla="*/ 849030 w 8278269"/>
              <a:gd name="connsiteY5" fmla="*/ 1390410 h 1876515"/>
              <a:gd name="connsiteX6" fmla="*/ 66582 w 8278269"/>
              <a:gd name="connsiteY6" fmla="*/ 607962 h 1876515"/>
              <a:gd name="connsiteX7" fmla="*/ 0 w 8278269"/>
              <a:gd name="connsiteY7" fmla="*/ 607962 h 1876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278268" h="1876515">
                <a:moveTo>
                  <a:pt x="0" y="0"/>
                </a:moveTo>
                <a:lnTo>
                  <a:pt x="7965510" y="0"/>
                </a:lnTo>
                <a:lnTo>
                  <a:pt x="8278269" y="312759"/>
                </a:lnTo>
                <a:lnTo>
                  <a:pt x="8278269" y="1876515"/>
                </a:lnTo>
                <a:lnTo>
                  <a:pt x="849030" y="1876515"/>
                </a:lnTo>
                <a:lnTo>
                  <a:pt x="849030" y="1390410"/>
                </a:lnTo>
                <a:lnTo>
                  <a:pt x="66582" y="607962"/>
                </a:lnTo>
                <a:lnTo>
                  <a:pt x="0" y="607962"/>
                </a:lnTo>
                <a:close/>
              </a:path>
            </a:pathLst>
          </a:custGeom>
          <a:gradFill>
            <a:gsLst>
              <a:gs pos="0">
                <a:schemeClr val="accent3">
                  <a:alpha val="0"/>
                </a:schemeClr>
              </a:gs>
              <a:gs pos="90000">
                <a:srgbClr val="00FFFF">
                  <a:alpha val="10000"/>
                </a:srgbClr>
              </a:gs>
            </a:gsLst>
            <a:path path="circle">
              <a:fillToRect l="50000" t="50000" r="50000" b="50000"/>
            </a:path>
          </a:gradFill>
          <a:ln w="6350">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133" name="任意多边形: 形状 132"/>
          <p:cNvSpPr/>
          <p:nvPr>
            <p:custDataLst>
              <p:tags r:id="rId42"/>
            </p:custDataLst>
          </p:nvPr>
        </p:nvSpPr>
        <p:spPr>
          <a:xfrm flipH="1">
            <a:off x="10915015" y="3693160"/>
            <a:ext cx="196215" cy="202565"/>
          </a:xfrm>
          <a:custGeom>
            <a:avLst/>
            <a:gdLst>
              <a:gd name="connsiteX0" fmla="*/ 0 w 365760"/>
              <a:gd name="connsiteY0" fmla="*/ 0 h 377952"/>
              <a:gd name="connsiteX1" fmla="*/ 0 w 365760"/>
              <a:gd name="connsiteY1" fmla="*/ 377952 h 377952"/>
              <a:gd name="connsiteX2" fmla="*/ 365760 w 365760"/>
              <a:gd name="connsiteY2" fmla="*/ 377952 h 377952"/>
              <a:gd name="connsiteX3" fmla="*/ 365760 w 365760"/>
              <a:gd name="connsiteY3" fmla="*/ 377952 h 377952"/>
            </a:gdLst>
            <a:ahLst/>
            <a:cxnLst>
              <a:cxn ang="0">
                <a:pos x="connsiteX0" y="connsiteY0"/>
              </a:cxn>
              <a:cxn ang="0">
                <a:pos x="connsiteX1" y="connsiteY1"/>
              </a:cxn>
              <a:cxn ang="0">
                <a:pos x="connsiteX2" y="connsiteY2"/>
              </a:cxn>
              <a:cxn ang="0">
                <a:pos x="connsiteX3" y="connsiteY3"/>
              </a:cxn>
            </a:cxnLst>
            <a:rect l="l" t="t" r="r" b="b"/>
            <a:pathLst>
              <a:path w="365760" h="377952">
                <a:moveTo>
                  <a:pt x="0" y="0"/>
                </a:moveTo>
                <a:lnTo>
                  <a:pt x="0" y="377952"/>
                </a:lnTo>
                <a:lnTo>
                  <a:pt x="365760" y="377952"/>
                </a:lnTo>
                <a:lnTo>
                  <a:pt x="365760" y="377952"/>
                </a:lnTo>
              </a:path>
            </a:pathLst>
          </a:cu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58" name="平行四边形 57"/>
          <p:cNvSpPr/>
          <p:nvPr>
            <p:custDataLst>
              <p:tags r:id="rId43"/>
            </p:custDataLst>
          </p:nvPr>
        </p:nvSpPr>
        <p:spPr>
          <a:xfrm flipH="1">
            <a:off x="10697845" y="2044700"/>
            <a:ext cx="215900"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95" name="平行四边形 94"/>
          <p:cNvSpPr/>
          <p:nvPr>
            <p:custDataLst>
              <p:tags r:id="rId44"/>
            </p:custDataLst>
          </p:nvPr>
        </p:nvSpPr>
        <p:spPr>
          <a:xfrm flipH="1">
            <a:off x="10571480" y="2044700"/>
            <a:ext cx="215900"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96" name="平行四边形 95"/>
          <p:cNvSpPr/>
          <p:nvPr>
            <p:custDataLst>
              <p:tags r:id="rId45"/>
            </p:custDataLst>
          </p:nvPr>
        </p:nvSpPr>
        <p:spPr>
          <a:xfrm flipH="1">
            <a:off x="10445750" y="2044700"/>
            <a:ext cx="215900"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124" name="平行四边形 123"/>
          <p:cNvSpPr/>
          <p:nvPr>
            <p:custDataLst>
              <p:tags r:id="rId46"/>
            </p:custDataLst>
          </p:nvPr>
        </p:nvSpPr>
        <p:spPr>
          <a:xfrm flipH="1">
            <a:off x="10319385" y="2044700"/>
            <a:ext cx="215900"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125" name="平行四边形 124"/>
          <p:cNvSpPr/>
          <p:nvPr>
            <p:custDataLst>
              <p:tags r:id="rId47"/>
            </p:custDataLst>
          </p:nvPr>
        </p:nvSpPr>
        <p:spPr>
          <a:xfrm flipH="1">
            <a:off x="10193655" y="2044700"/>
            <a:ext cx="215900"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126" name="平行四边形 125"/>
          <p:cNvSpPr/>
          <p:nvPr>
            <p:custDataLst>
              <p:tags r:id="rId48"/>
            </p:custDataLst>
          </p:nvPr>
        </p:nvSpPr>
        <p:spPr>
          <a:xfrm flipH="1">
            <a:off x="10067290" y="2044700"/>
            <a:ext cx="215900"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127" name="平行四边形 126"/>
          <p:cNvSpPr/>
          <p:nvPr>
            <p:custDataLst>
              <p:tags r:id="rId49"/>
            </p:custDataLst>
          </p:nvPr>
        </p:nvSpPr>
        <p:spPr>
          <a:xfrm flipH="1">
            <a:off x="9940925" y="2044700"/>
            <a:ext cx="215900"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59" name="平行四边形 58"/>
          <p:cNvSpPr/>
          <p:nvPr>
            <p:custDataLst>
              <p:tags r:id="rId50"/>
            </p:custDataLst>
          </p:nvPr>
        </p:nvSpPr>
        <p:spPr>
          <a:xfrm flipH="1">
            <a:off x="9815195" y="2044700"/>
            <a:ext cx="215900"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129" name="平行四边形 128"/>
          <p:cNvSpPr/>
          <p:nvPr>
            <p:custDataLst>
              <p:tags r:id="rId51"/>
            </p:custDataLst>
          </p:nvPr>
        </p:nvSpPr>
        <p:spPr>
          <a:xfrm flipH="1">
            <a:off x="9688830" y="2044700"/>
            <a:ext cx="215900"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130" name="平行四边形 129"/>
          <p:cNvSpPr/>
          <p:nvPr>
            <p:custDataLst>
              <p:tags r:id="rId52"/>
            </p:custDataLst>
          </p:nvPr>
        </p:nvSpPr>
        <p:spPr>
          <a:xfrm flipH="1">
            <a:off x="9119870" y="2044700"/>
            <a:ext cx="658495"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66" name="content1"/>
          <p:cNvSpPr txBox="1"/>
          <p:nvPr/>
        </p:nvSpPr>
        <p:spPr>
          <a:xfrm>
            <a:off x="4138295" y="2299335"/>
            <a:ext cx="6055360" cy="1393825"/>
          </a:xfrm>
          <a:prstGeom prst="rect">
            <a:avLst/>
          </a:prstGeom>
          <a:noFill/>
        </p:spPr>
        <p:txBody>
          <a:bodyPr wrap="square" rtlCol="0">
            <a:noAutofit/>
          </a:bodyPr>
          <a:lstStyle/>
          <a:p>
            <a:r>
              <a:rPr lang="zh-CN" altLang="en-US" sz="2000" dirty="0">
                <a:solidFill>
                  <a:schemeClr val="bg1"/>
                </a:solidFill>
                <a:latin typeface="微软雅黑" panose="020B0503020204020204" pitchFamily="34" charset="-122"/>
                <a:ea typeface="微软雅黑" panose="020B0503020204020204" pitchFamily="34" charset="-122"/>
                <a:cs typeface="思源宋体" panose="02020700000000000000" charset="-122"/>
                <a:sym typeface="+mn-lt"/>
              </a:rPr>
              <a:t>程序员利用大量算法帮助</a:t>
            </a:r>
            <a:r>
              <a:rPr lang="en-US" altLang="zh-CN" sz="2000" dirty="0">
                <a:solidFill>
                  <a:schemeClr val="bg1"/>
                </a:solidFill>
                <a:latin typeface="微软雅黑" panose="020B0503020204020204" pitchFamily="34" charset="-122"/>
                <a:ea typeface="微软雅黑" panose="020B0503020204020204" pitchFamily="34" charset="-122"/>
                <a:cs typeface="思源宋体" panose="02020700000000000000" charset="-122"/>
                <a:sym typeface="+mn-lt"/>
              </a:rPr>
              <a:t>AI</a:t>
            </a:r>
            <a:r>
              <a:rPr lang="zh-CN" altLang="en-US" sz="2000" dirty="0">
                <a:solidFill>
                  <a:schemeClr val="bg1"/>
                </a:solidFill>
                <a:latin typeface="微软雅黑" panose="020B0503020204020204" pitchFamily="34" charset="-122"/>
                <a:ea typeface="微软雅黑" panose="020B0503020204020204" pitchFamily="34" charset="-122"/>
                <a:cs typeface="思源宋体" panose="02020700000000000000" charset="-122"/>
                <a:sym typeface="+mn-lt"/>
              </a:rPr>
              <a:t>模仿学习绘画的过程带带我武切维奇防腐漆卫栖梧发起人请务必我嫩我请客叫我去额家呢健康呢看见我去呢科技武器额看呢奎文区呢奎文区嗯武器恩恶趣味呢奎文区呢请问</a:t>
            </a:r>
            <a:endParaRPr lang="zh-CN" altLang="en-US" sz="2000" dirty="0">
              <a:solidFill>
                <a:schemeClr val="bg1"/>
              </a:solidFill>
              <a:latin typeface="微软雅黑" panose="020B0503020204020204" pitchFamily="34" charset="-122"/>
              <a:ea typeface="微软雅黑" panose="020B0503020204020204" pitchFamily="34" charset="-122"/>
              <a:cs typeface="思源宋体" panose="02020700000000000000" charset="-122"/>
              <a:sym typeface="+mn-lt"/>
            </a:endParaRPr>
          </a:p>
        </p:txBody>
      </p:sp>
      <p:sp>
        <p:nvSpPr>
          <p:cNvPr id="47" name="任意多边形: 形状 134"/>
          <p:cNvSpPr/>
          <p:nvPr>
            <p:custDataLst>
              <p:tags r:id="rId53"/>
            </p:custDataLst>
          </p:nvPr>
        </p:nvSpPr>
        <p:spPr>
          <a:xfrm flipV="1">
            <a:off x="2832735" y="4029710"/>
            <a:ext cx="8278495" cy="1876425"/>
          </a:xfrm>
          <a:custGeom>
            <a:avLst/>
            <a:gdLst>
              <a:gd name="connsiteX0" fmla="*/ 0 w 8278269"/>
              <a:gd name="connsiteY0" fmla="*/ 0 h 1876515"/>
              <a:gd name="connsiteX1" fmla="*/ 7965510 w 8278269"/>
              <a:gd name="connsiteY1" fmla="*/ 0 h 1876515"/>
              <a:gd name="connsiteX2" fmla="*/ 8278269 w 8278269"/>
              <a:gd name="connsiteY2" fmla="*/ 312759 h 1876515"/>
              <a:gd name="connsiteX3" fmla="*/ 8278269 w 8278269"/>
              <a:gd name="connsiteY3" fmla="*/ 1876515 h 1876515"/>
              <a:gd name="connsiteX4" fmla="*/ 849030 w 8278269"/>
              <a:gd name="connsiteY4" fmla="*/ 1876515 h 1876515"/>
              <a:gd name="connsiteX5" fmla="*/ 849030 w 8278269"/>
              <a:gd name="connsiteY5" fmla="*/ 1390410 h 1876515"/>
              <a:gd name="connsiteX6" fmla="*/ 66582 w 8278269"/>
              <a:gd name="connsiteY6" fmla="*/ 607962 h 1876515"/>
              <a:gd name="connsiteX7" fmla="*/ 0 w 8278269"/>
              <a:gd name="connsiteY7" fmla="*/ 607962 h 1876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278268" h="1876515">
                <a:moveTo>
                  <a:pt x="0" y="0"/>
                </a:moveTo>
                <a:lnTo>
                  <a:pt x="7965510" y="0"/>
                </a:lnTo>
                <a:lnTo>
                  <a:pt x="8278269" y="312759"/>
                </a:lnTo>
                <a:lnTo>
                  <a:pt x="8278269" y="1876515"/>
                </a:lnTo>
                <a:lnTo>
                  <a:pt x="849030" y="1876515"/>
                </a:lnTo>
                <a:lnTo>
                  <a:pt x="849030" y="1390410"/>
                </a:lnTo>
                <a:lnTo>
                  <a:pt x="66582" y="607962"/>
                </a:lnTo>
                <a:lnTo>
                  <a:pt x="0" y="607962"/>
                </a:lnTo>
                <a:close/>
              </a:path>
            </a:pathLst>
          </a:custGeom>
          <a:gradFill>
            <a:gsLst>
              <a:gs pos="0">
                <a:schemeClr val="accent3">
                  <a:alpha val="0"/>
                </a:schemeClr>
              </a:gs>
              <a:gs pos="90000">
                <a:srgbClr val="00FFFF">
                  <a:alpha val="10000"/>
                </a:srgbClr>
              </a:gs>
            </a:gsLst>
            <a:path path="circle">
              <a:fillToRect l="50000" t="50000" r="50000" b="50000"/>
            </a:path>
          </a:gradFill>
          <a:ln w="6350">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48" name="平行四边形 47"/>
          <p:cNvSpPr/>
          <p:nvPr>
            <p:custDataLst>
              <p:tags r:id="rId54"/>
            </p:custDataLst>
          </p:nvPr>
        </p:nvSpPr>
        <p:spPr>
          <a:xfrm flipH="1" flipV="1">
            <a:off x="10697845" y="5736590"/>
            <a:ext cx="215900"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49" name="平行四边形 48"/>
          <p:cNvSpPr/>
          <p:nvPr>
            <p:custDataLst>
              <p:tags r:id="rId55"/>
            </p:custDataLst>
          </p:nvPr>
        </p:nvSpPr>
        <p:spPr>
          <a:xfrm flipH="1" flipV="1">
            <a:off x="10571480" y="5736590"/>
            <a:ext cx="215900"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50" name="平行四边形 49"/>
          <p:cNvSpPr/>
          <p:nvPr>
            <p:custDataLst>
              <p:tags r:id="rId56"/>
            </p:custDataLst>
          </p:nvPr>
        </p:nvSpPr>
        <p:spPr>
          <a:xfrm flipH="1" flipV="1">
            <a:off x="10445750" y="5736590"/>
            <a:ext cx="215900"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140" name="平行四边形 139"/>
          <p:cNvSpPr/>
          <p:nvPr>
            <p:custDataLst>
              <p:tags r:id="rId57"/>
            </p:custDataLst>
          </p:nvPr>
        </p:nvSpPr>
        <p:spPr>
          <a:xfrm flipH="1" flipV="1">
            <a:off x="10319385" y="5736590"/>
            <a:ext cx="215900"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141" name="平行四边形 140"/>
          <p:cNvSpPr/>
          <p:nvPr>
            <p:custDataLst>
              <p:tags r:id="rId58"/>
            </p:custDataLst>
          </p:nvPr>
        </p:nvSpPr>
        <p:spPr>
          <a:xfrm flipH="1" flipV="1">
            <a:off x="10193655" y="5736590"/>
            <a:ext cx="215900"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51" name="平行四边形 50"/>
          <p:cNvSpPr/>
          <p:nvPr>
            <p:custDataLst>
              <p:tags r:id="rId59"/>
            </p:custDataLst>
          </p:nvPr>
        </p:nvSpPr>
        <p:spPr>
          <a:xfrm flipH="1" flipV="1">
            <a:off x="10067290" y="5736590"/>
            <a:ext cx="215900"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52" name="平行四边形 51"/>
          <p:cNvSpPr/>
          <p:nvPr>
            <p:custDataLst>
              <p:tags r:id="rId60"/>
            </p:custDataLst>
          </p:nvPr>
        </p:nvSpPr>
        <p:spPr>
          <a:xfrm flipH="1" flipV="1">
            <a:off x="9940925" y="5736590"/>
            <a:ext cx="215900"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53" name="平行四边形 52"/>
          <p:cNvSpPr/>
          <p:nvPr>
            <p:custDataLst>
              <p:tags r:id="rId61"/>
            </p:custDataLst>
          </p:nvPr>
        </p:nvSpPr>
        <p:spPr>
          <a:xfrm flipH="1" flipV="1">
            <a:off x="9815195" y="5736590"/>
            <a:ext cx="215900"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54" name="平行四边形 53"/>
          <p:cNvSpPr/>
          <p:nvPr>
            <p:custDataLst>
              <p:tags r:id="rId62"/>
            </p:custDataLst>
          </p:nvPr>
        </p:nvSpPr>
        <p:spPr>
          <a:xfrm flipH="1" flipV="1">
            <a:off x="9688830" y="5736590"/>
            <a:ext cx="215900"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55" name="平行四边形 54"/>
          <p:cNvSpPr/>
          <p:nvPr>
            <p:custDataLst>
              <p:tags r:id="rId63"/>
            </p:custDataLst>
          </p:nvPr>
        </p:nvSpPr>
        <p:spPr>
          <a:xfrm flipH="1" flipV="1">
            <a:off x="9119870" y="5736590"/>
            <a:ext cx="658495" cy="144145"/>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56" name="任意多边形: 形状 189"/>
          <p:cNvSpPr/>
          <p:nvPr>
            <p:custDataLst>
              <p:tags r:id="rId64"/>
            </p:custDataLst>
          </p:nvPr>
        </p:nvSpPr>
        <p:spPr>
          <a:xfrm flipH="1" flipV="1">
            <a:off x="10915015" y="4029710"/>
            <a:ext cx="196215" cy="202565"/>
          </a:xfrm>
          <a:custGeom>
            <a:avLst/>
            <a:gdLst>
              <a:gd name="connsiteX0" fmla="*/ 0 w 365760"/>
              <a:gd name="connsiteY0" fmla="*/ 0 h 377952"/>
              <a:gd name="connsiteX1" fmla="*/ 0 w 365760"/>
              <a:gd name="connsiteY1" fmla="*/ 377952 h 377952"/>
              <a:gd name="connsiteX2" fmla="*/ 365760 w 365760"/>
              <a:gd name="connsiteY2" fmla="*/ 377952 h 377952"/>
              <a:gd name="connsiteX3" fmla="*/ 365760 w 365760"/>
              <a:gd name="connsiteY3" fmla="*/ 377952 h 377952"/>
            </a:gdLst>
            <a:ahLst/>
            <a:cxnLst>
              <a:cxn ang="0">
                <a:pos x="connsiteX0" y="connsiteY0"/>
              </a:cxn>
              <a:cxn ang="0">
                <a:pos x="connsiteX1" y="connsiteY1"/>
              </a:cxn>
              <a:cxn ang="0">
                <a:pos x="connsiteX2" y="connsiteY2"/>
              </a:cxn>
              <a:cxn ang="0">
                <a:pos x="connsiteX3" y="connsiteY3"/>
              </a:cxn>
            </a:cxnLst>
            <a:rect l="l" t="t" r="r" b="b"/>
            <a:pathLst>
              <a:path w="365760" h="377952">
                <a:moveTo>
                  <a:pt x="0" y="0"/>
                </a:moveTo>
                <a:lnTo>
                  <a:pt x="0" y="377952"/>
                </a:lnTo>
                <a:lnTo>
                  <a:pt x="365760" y="377952"/>
                </a:lnTo>
                <a:lnTo>
                  <a:pt x="365760" y="377952"/>
                </a:lnTo>
              </a:path>
            </a:pathLst>
          </a:cu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244" name="content2"/>
          <p:cNvSpPr txBox="1"/>
          <p:nvPr/>
        </p:nvSpPr>
        <p:spPr>
          <a:xfrm>
            <a:off x="4227830" y="4232275"/>
            <a:ext cx="5840095" cy="1440815"/>
          </a:xfrm>
          <a:prstGeom prst="rect">
            <a:avLst/>
          </a:prstGeom>
          <a:noFill/>
        </p:spPr>
        <p:txBody>
          <a:bodyPr wrap="square" rtlCol="0">
            <a:noAutofit/>
          </a:bodyPr>
          <a:lstStyle/>
          <a:p>
            <a:r>
              <a:rPr lang="zh-CN" altLang="en-US" sz="2000" dirty="0">
                <a:solidFill>
                  <a:schemeClr val="bg1"/>
                </a:solidFill>
                <a:latin typeface="微软雅黑" panose="020B0503020204020204" pitchFamily="34" charset="-122"/>
                <a:ea typeface="微软雅黑" panose="020B0503020204020204" pitchFamily="34" charset="-122"/>
                <a:cs typeface="思源宋体" panose="02020700000000000000" charset="-122"/>
                <a:sym typeface="+mn-lt"/>
              </a:rPr>
              <a:t>程序员利用大量算法帮助</a:t>
            </a:r>
            <a:r>
              <a:rPr lang="en-US" altLang="zh-CN" sz="2000" dirty="0">
                <a:solidFill>
                  <a:schemeClr val="bg1"/>
                </a:solidFill>
                <a:latin typeface="微软雅黑" panose="020B0503020204020204" pitchFamily="34" charset="-122"/>
                <a:ea typeface="微软雅黑" panose="020B0503020204020204" pitchFamily="34" charset="-122"/>
                <a:cs typeface="思源宋体" panose="02020700000000000000" charset="-122"/>
                <a:sym typeface="+mn-lt"/>
              </a:rPr>
              <a:t>AI</a:t>
            </a:r>
            <a:r>
              <a:rPr lang="zh-CN" altLang="en-US" sz="2000" dirty="0">
                <a:solidFill>
                  <a:schemeClr val="bg1"/>
                </a:solidFill>
                <a:latin typeface="微软雅黑" panose="020B0503020204020204" pitchFamily="34" charset="-122"/>
                <a:ea typeface="微软雅黑" panose="020B0503020204020204" pitchFamily="34" charset="-122"/>
                <a:cs typeface="思源宋体" panose="02020700000000000000" charset="-122"/>
                <a:sym typeface="+mn-lt"/>
              </a:rPr>
              <a:t>模仿学习绘画的过程带带我武切维奇防腐漆卫栖梧发起人请务必我嫩我请客叫我去额家呢健康呢看见我去呢科技武器额看呢奎文区呢奎文区嗯武器恩恶趣味呢奎文区呢请问</a:t>
            </a:r>
            <a:endParaRPr sz="2000" dirty="0">
              <a:solidFill>
                <a:schemeClr val="bg1"/>
              </a:solidFill>
              <a:latin typeface="微软雅黑" panose="020B0503020204020204" pitchFamily="34" charset="-122"/>
              <a:ea typeface="微软雅黑" panose="020B0503020204020204" pitchFamily="34" charset="-122"/>
              <a:cs typeface="思源宋体" panose="02020700000000000000" charset="-122"/>
              <a:sym typeface="+mn-lt"/>
            </a:endParaRPr>
          </a:p>
        </p:txBody>
      </p:sp>
    </p:spTree>
  </p:cSld>
  <p:clrMapOvr>
    <a:masterClrMapping/>
  </p:clrMapOvr>
  <p:transition spd="slow" advTm="5000">
    <p:wedg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grpSp>
        <p:nvGrpSpPr>
          <p:cNvPr id="62" name="组合 61"/>
          <p:cNvGrpSpPr/>
          <p:nvPr/>
        </p:nvGrpSpPr>
        <p:grpSpPr>
          <a:xfrm>
            <a:off x="5056505" y="1780540"/>
            <a:ext cx="6348730" cy="3265805"/>
            <a:chOff x="1196" y="2966"/>
            <a:chExt cx="9998" cy="5143"/>
          </a:xfrm>
        </p:grpSpPr>
        <p:sp>
          <p:nvSpPr>
            <p:cNvPr id="72" name="任意多边形: 形状 71"/>
            <p:cNvSpPr/>
            <p:nvPr>
              <p:custDataLst>
                <p:tags r:id="rId2"/>
              </p:custDataLst>
            </p:nvPr>
          </p:nvSpPr>
          <p:spPr>
            <a:xfrm flipV="1">
              <a:off x="1196" y="3078"/>
              <a:ext cx="9999" cy="5011"/>
            </a:xfrm>
            <a:custGeom>
              <a:avLst/>
              <a:gdLst>
                <a:gd name="connsiteX0" fmla="*/ 5957344 w 6141557"/>
                <a:gd name="connsiteY0" fmla="*/ 0 h 3574184"/>
                <a:gd name="connsiteX1" fmla="*/ 184213 w 6141557"/>
                <a:gd name="connsiteY1" fmla="*/ 0 h 3574184"/>
                <a:gd name="connsiteX2" fmla="*/ 0 w 6141557"/>
                <a:gd name="connsiteY2" fmla="*/ 184213 h 3574184"/>
                <a:gd name="connsiteX3" fmla="*/ 0 w 6141557"/>
                <a:gd name="connsiteY3" fmla="*/ 523577 h 3574184"/>
                <a:gd name="connsiteX4" fmla="*/ 51616 w 6141557"/>
                <a:gd name="connsiteY4" fmla="*/ 574989 h 3574184"/>
                <a:gd name="connsiteX5" fmla="*/ 51616 w 6141557"/>
                <a:gd name="connsiteY5" fmla="*/ 605027 h 3574184"/>
                <a:gd name="connsiteX6" fmla="*/ 51616 w 6141557"/>
                <a:gd name="connsiteY6" fmla="*/ 1079842 h 3574184"/>
                <a:gd name="connsiteX7" fmla="*/ 51616 w 6141557"/>
                <a:gd name="connsiteY7" fmla="*/ 1109880 h 3574184"/>
                <a:gd name="connsiteX8" fmla="*/ 0 w 6141557"/>
                <a:gd name="connsiteY8" fmla="*/ 1161292 h 3574184"/>
                <a:gd name="connsiteX9" fmla="*/ 0 w 6141557"/>
                <a:gd name="connsiteY9" fmla="*/ 3574184 h 3574184"/>
                <a:gd name="connsiteX10" fmla="*/ 1469650 w 6141557"/>
                <a:gd name="connsiteY10" fmla="*/ 3574184 h 3574184"/>
                <a:gd name="connsiteX11" fmla="*/ 1748922 w 6141557"/>
                <a:gd name="connsiteY11" fmla="*/ 3293804 h 3574184"/>
                <a:gd name="connsiteX12" fmla="*/ 1921056 w 6141557"/>
                <a:gd name="connsiteY12" fmla="*/ 3293804 h 3574184"/>
                <a:gd name="connsiteX13" fmla="*/ 4220500 w 6141557"/>
                <a:gd name="connsiteY13" fmla="*/ 3293804 h 3574184"/>
                <a:gd name="connsiteX14" fmla="*/ 4392634 w 6141557"/>
                <a:gd name="connsiteY14" fmla="*/ 3293804 h 3574184"/>
                <a:gd name="connsiteX15" fmla="*/ 4671906 w 6141557"/>
                <a:gd name="connsiteY15" fmla="*/ 3574184 h 3574184"/>
                <a:gd name="connsiteX16" fmla="*/ 6141557 w 6141557"/>
                <a:gd name="connsiteY16" fmla="*/ 3574184 h 3574184"/>
                <a:gd name="connsiteX17" fmla="*/ 6141557 w 6141557"/>
                <a:gd name="connsiteY17" fmla="*/ 3401130 h 3574184"/>
                <a:gd name="connsiteX18" fmla="*/ 6089939 w 6141557"/>
                <a:gd name="connsiteY18" fmla="*/ 3349716 h 3574184"/>
                <a:gd name="connsiteX19" fmla="*/ 6089939 w 6141557"/>
                <a:gd name="connsiteY19" fmla="*/ 3319678 h 3574184"/>
                <a:gd name="connsiteX20" fmla="*/ 6089939 w 6141557"/>
                <a:gd name="connsiteY20" fmla="*/ 2844863 h 3574184"/>
                <a:gd name="connsiteX21" fmla="*/ 6089939 w 6141557"/>
                <a:gd name="connsiteY21" fmla="*/ 2814825 h 3574184"/>
                <a:gd name="connsiteX22" fmla="*/ 6141557 w 6141557"/>
                <a:gd name="connsiteY22" fmla="*/ 2763410 h 3574184"/>
                <a:gd name="connsiteX23" fmla="*/ 6141557 w 6141557"/>
                <a:gd name="connsiteY23" fmla="*/ 184213 h 3574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141557" h="3574184">
                  <a:moveTo>
                    <a:pt x="5957344" y="0"/>
                  </a:moveTo>
                  <a:lnTo>
                    <a:pt x="184213" y="0"/>
                  </a:lnTo>
                  <a:lnTo>
                    <a:pt x="0" y="184213"/>
                  </a:lnTo>
                  <a:lnTo>
                    <a:pt x="0" y="523577"/>
                  </a:lnTo>
                  <a:lnTo>
                    <a:pt x="51616" y="574989"/>
                  </a:lnTo>
                  <a:lnTo>
                    <a:pt x="51616" y="605027"/>
                  </a:lnTo>
                  <a:lnTo>
                    <a:pt x="51616" y="1079842"/>
                  </a:lnTo>
                  <a:lnTo>
                    <a:pt x="51616" y="1109880"/>
                  </a:lnTo>
                  <a:lnTo>
                    <a:pt x="0" y="1161292"/>
                  </a:lnTo>
                  <a:lnTo>
                    <a:pt x="0" y="3574184"/>
                  </a:lnTo>
                  <a:lnTo>
                    <a:pt x="1469650" y="3574184"/>
                  </a:lnTo>
                  <a:lnTo>
                    <a:pt x="1748922" y="3293804"/>
                  </a:lnTo>
                  <a:lnTo>
                    <a:pt x="1921056" y="3293804"/>
                  </a:lnTo>
                  <a:lnTo>
                    <a:pt x="4220500" y="3293804"/>
                  </a:lnTo>
                  <a:lnTo>
                    <a:pt x="4392634" y="3293804"/>
                  </a:lnTo>
                  <a:lnTo>
                    <a:pt x="4671906" y="3574184"/>
                  </a:lnTo>
                  <a:lnTo>
                    <a:pt x="6141557" y="3574184"/>
                  </a:lnTo>
                  <a:lnTo>
                    <a:pt x="6141557" y="3401130"/>
                  </a:lnTo>
                  <a:lnTo>
                    <a:pt x="6089939" y="3349716"/>
                  </a:lnTo>
                  <a:lnTo>
                    <a:pt x="6089939" y="3319678"/>
                  </a:lnTo>
                  <a:lnTo>
                    <a:pt x="6089939" y="2844863"/>
                  </a:lnTo>
                  <a:lnTo>
                    <a:pt x="6089939" y="2814825"/>
                  </a:lnTo>
                  <a:lnTo>
                    <a:pt x="6141557" y="2763410"/>
                  </a:lnTo>
                  <a:lnTo>
                    <a:pt x="6141557" y="184213"/>
                  </a:lnTo>
                  <a:close/>
                </a:path>
              </a:pathLst>
            </a:custGeom>
            <a:gradFill>
              <a:gsLst>
                <a:gs pos="0">
                  <a:schemeClr val="accent3">
                    <a:alpha val="0"/>
                  </a:schemeClr>
                </a:gs>
                <a:gs pos="90000">
                  <a:srgbClr val="00FFFF">
                    <a:alpha val="10000"/>
                  </a:srgbClr>
                </a:gs>
              </a:gsLst>
              <a:path path="circle">
                <a:fillToRect l="50000" t="50000" r="50000" b="50000"/>
              </a:path>
            </a:gradFill>
            <a:ln w="6350">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74" name="平行四边形 73"/>
            <p:cNvSpPr/>
            <p:nvPr>
              <p:custDataLst>
                <p:tags r:id="rId3"/>
              </p:custDataLst>
            </p:nvPr>
          </p:nvSpPr>
          <p:spPr>
            <a:xfrm rot="10800000" flipH="1" flipV="1">
              <a:off x="8090" y="3076"/>
              <a:ext cx="510" cy="340"/>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75" name="平行四边形 74"/>
            <p:cNvSpPr/>
            <p:nvPr>
              <p:custDataLst>
                <p:tags r:id="rId4"/>
              </p:custDataLst>
            </p:nvPr>
          </p:nvSpPr>
          <p:spPr>
            <a:xfrm rot="10800000" flipH="1" flipV="1">
              <a:off x="7812" y="3076"/>
              <a:ext cx="510" cy="340"/>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76" name="平行四边形 75"/>
            <p:cNvSpPr/>
            <p:nvPr>
              <p:custDataLst>
                <p:tags r:id="rId5"/>
              </p:custDataLst>
            </p:nvPr>
          </p:nvSpPr>
          <p:spPr>
            <a:xfrm rot="10800000" flipH="1" flipV="1">
              <a:off x="7535" y="3076"/>
              <a:ext cx="510" cy="340"/>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77" name="平行四边形 76"/>
            <p:cNvSpPr/>
            <p:nvPr>
              <p:custDataLst>
                <p:tags r:id="rId6"/>
              </p:custDataLst>
            </p:nvPr>
          </p:nvSpPr>
          <p:spPr>
            <a:xfrm rot="10800000" flipH="1" flipV="1">
              <a:off x="7257" y="3076"/>
              <a:ext cx="510" cy="340"/>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78" name="平行四边形 77"/>
            <p:cNvSpPr/>
            <p:nvPr>
              <p:custDataLst>
                <p:tags r:id="rId7"/>
              </p:custDataLst>
            </p:nvPr>
          </p:nvSpPr>
          <p:spPr>
            <a:xfrm rot="10800000" flipH="1" flipV="1">
              <a:off x="6979" y="3076"/>
              <a:ext cx="510" cy="340"/>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79" name="平行四边形 78"/>
            <p:cNvSpPr/>
            <p:nvPr>
              <p:custDataLst>
                <p:tags r:id="rId8"/>
              </p:custDataLst>
            </p:nvPr>
          </p:nvSpPr>
          <p:spPr>
            <a:xfrm rot="10800000" flipH="1" flipV="1">
              <a:off x="6701" y="3076"/>
              <a:ext cx="510" cy="340"/>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80" name="平行四边形 79"/>
            <p:cNvSpPr/>
            <p:nvPr>
              <p:custDataLst>
                <p:tags r:id="rId9"/>
              </p:custDataLst>
            </p:nvPr>
          </p:nvSpPr>
          <p:spPr>
            <a:xfrm rot="10800000" flipV="1">
              <a:off x="3771" y="3076"/>
              <a:ext cx="510" cy="340"/>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81" name="平行四边形 80"/>
            <p:cNvSpPr/>
            <p:nvPr>
              <p:custDataLst>
                <p:tags r:id="rId10"/>
              </p:custDataLst>
            </p:nvPr>
          </p:nvSpPr>
          <p:spPr>
            <a:xfrm rot="10800000" flipV="1">
              <a:off x="4052" y="3076"/>
              <a:ext cx="510" cy="340"/>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82" name="平行四边形 81"/>
            <p:cNvSpPr/>
            <p:nvPr>
              <p:custDataLst>
                <p:tags r:id="rId11"/>
              </p:custDataLst>
            </p:nvPr>
          </p:nvSpPr>
          <p:spPr>
            <a:xfrm rot="10800000" flipV="1">
              <a:off x="4334" y="3076"/>
              <a:ext cx="510" cy="340"/>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83" name="平行四边形 82"/>
            <p:cNvSpPr/>
            <p:nvPr>
              <p:custDataLst>
                <p:tags r:id="rId12"/>
              </p:custDataLst>
            </p:nvPr>
          </p:nvSpPr>
          <p:spPr>
            <a:xfrm rot="10800000" flipV="1">
              <a:off x="4615" y="3076"/>
              <a:ext cx="510" cy="340"/>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84" name="平行四边形 83"/>
            <p:cNvSpPr/>
            <p:nvPr>
              <p:custDataLst>
                <p:tags r:id="rId13"/>
              </p:custDataLst>
            </p:nvPr>
          </p:nvSpPr>
          <p:spPr>
            <a:xfrm rot="10800000" flipV="1">
              <a:off x="4897" y="3076"/>
              <a:ext cx="510" cy="340"/>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85" name="平行四边形 84"/>
            <p:cNvSpPr/>
            <p:nvPr>
              <p:custDataLst>
                <p:tags r:id="rId14"/>
              </p:custDataLst>
            </p:nvPr>
          </p:nvSpPr>
          <p:spPr>
            <a:xfrm rot="10800000" flipV="1">
              <a:off x="5178" y="3076"/>
              <a:ext cx="510" cy="340"/>
            </a:xfrm>
            <a:prstGeom prst="parallelogram">
              <a:avLst>
                <a:gd name="adj" fmla="val 99605"/>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grpSp>
          <p:nvGrpSpPr>
            <p:cNvPr id="86" name="组合 85"/>
            <p:cNvGrpSpPr/>
            <p:nvPr/>
          </p:nvGrpSpPr>
          <p:grpSpPr>
            <a:xfrm rot="10800000" flipV="1">
              <a:off x="5460" y="3076"/>
              <a:ext cx="1474" cy="340"/>
              <a:chOff x="6034084" y="2707540"/>
              <a:chExt cx="936003" cy="216000"/>
            </a:xfrm>
            <a:solidFill>
              <a:srgbClr val="00FFFF"/>
            </a:solidFill>
          </p:grpSpPr>
          <p:sp>
            <p:nvSpPr>
              <p:cNvPr id="41" name="平行四边形 40"/>
              <p:cNvSpPr/>
              <p:nvPr>
                <p:custDataLst>
                  <p:tags r:id="rId15"/>
                </p:custDataLst>
              </p:nvPr>
            </p:nvSpPr>
            <p:spPr>
              <a:xfrm flipH="1">
                <a:off x="6034084" y="2707540"/>
                <a:ext cx="540000" cy="21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110" name="平行四边形 109"/>
              <p:cNvSpPr/>
              <p:nvPr>
                <p:custDataLst>
                  <p:tags r:id="rId16"/>
                </p:custDataLst>
              </p:nvPr>
            </p:nvSpPr>
            <p:spPr>
              <a:xfrm>
                <a:off x="6430087" y="2707540"/>
                <a:ext cx="540000" cy="21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grpSp>
        <p:grpSp>
          <p:nvGrpSpPr>
            <p:cNvPr id="87" name="组合 86"/>
            <p:cNvGrpSpPr/>
            <p:nvPr/>
          </p:nvGrpSpPr>
          <p:grpSpPr>
            <a:xfrm rot="10800000" flipV="1">
              <a:off x="2525" y="3118"/>
              <a:ext cx="1046" cy="57"/>
              <a:chOff x="7929087" y="2734210"/>
              <a:chExt cx="664137" cy="36000"/>
            </a:xfrm>
            <a:solidFill>
              <a:srgbClr val="00FFFF"/>
            </a:solidFill>
          </p:grpSpPr>
          <p:sp>
            <p:nvSpPr>
              <p:cNvPr id="99" name="平行四边形 98"/>
              <p:cNvSpPr/>
              <p:nvPr>
                <p:custDataLst>
                  <p:tags r:id="rId17"/>
                </p:custDataLst>
              </p:nvPr>
            </p:nvSpPr>
            <p:spPr>
              <a:xfrm>
                <a:off x="7929087"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100" name="平行四边形 99"/>
              <p:cNvSpPr/>
              <p:nvPr>
                <p:custDataLst>
                  <p:tags r:id="rId18"/>
                </p:custDataLst>
              </p:nvPr>
            </p:nvSpPr>
            <p:spPr>
              <a:xfrm>
                <a:off x="7994880"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101" name="平行四边形 100"/>
              <p:cNvSpPr/>
              <p:nvPr>
                <p:custDataLst>
                  <p:tags r:id="rId19"/>
                </p:custDataLst>
              </p:nvPr>
            </p:nvSpPr>
            <p:spPr>
              <a:xfrm>
                <a:off x="8060673"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102" name="平行四边形 101"/>
              <p:cNvSpPr/>
              <p:nvPr>
                <p:custDataLst>
                  <p:tags r:id="rId20"/>
                </p:custDataLst>
              </p:nvPr>
            </p:nvSpPr>
            <p:spPr>
              <a:xfrm>
                <a:off x="8126466"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103" name="平行四边形 102"/>
              <p:cNvSpPr/>
              <p:nvPr>
                <p:custDataLst>
                  <p:tags r:id="rId21"/>
                </p:custDataLst>
              </p:nvPr>
            </p:nvSpPr>
            <p:spPr>
              <a:xfrm>
                <a:off x="8192259"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42" name="平行四边形 41"/>
              <p:cNvSpPr/>
              <p:nvPr>
                <p:custDataLst>
                  <p:tags r:id="rId22"/>
                </p:custDataLst>
              </p:nvPr>
            </p:nvSpPr>
            <p:spPr>
              <a:xfrm>
                <a:off x="8258052"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105" name="平行四边形 104"/>
              <p:cNvSpPr/>
              <p:nvPr>
                <p:custDataLst>
                  <p:tags r:id="rId23"/>
                </p:custDataLst>
              </p:nvPr>
            </p:nvSpPr>
            <p:spPr>
              <a:xfrm>
                <a:off x="8323845"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106" name="平行四边形 105"/>
              <p:cNvSpPr/>
              <p:nvPr>
                <p:custDataLst>
                  <p:tags r:id="rId24"/>
                </p:custDataLst>
              </p:nvPr>
            </p:nvSpPr>
            <p:spPr>
              <a:xfrm>
                <a:off x="8389638"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107" name="平行四边形 106"/>
              <p:cNvSpPr/>
              <p:nvPr>
                <p:custDataLst>
                  <p:tags r:id="rId25"/>
                </p:custDataLst>
              </p:nvPr>
            </p:nvSpPr>
            <p:spPr>
              <a:xfrm>
                <a:off x="8455431"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43" name="平行四边形 42"/>
              <p:cNvSpPr/>
              <p:nvPr>
                <p:custDataLst>
                  <p:tags r:id="rId26"/>
                </p:custDataLst>
              </p:nvPr>
            </p:nvSpPr>
            <p:spPr>
              <a:xfrm>
                <a:off x="8521224"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grpSp>
        <p:grpSp>
          <p:nvGrpSpPr>
            <p:cNvPr id="88" name="组合 87"/>
            <p:cNvGrpSpPr/>
            <p:nvPr/>
          </p:nvGrpSpPr>
          <p:grpSpPr>
            <a:xfrm rot="10800000" flipH="1" flipV="1">
              <a:off x="8805" y="3118"/>
              <a:ext cx="1046" cy="57"/>
              <a:chOff x="7929087" y="2734210"/>
              <a:chExt cx="664137" cy="36000"/>
            </a:xfrm>
            <a:solidFill>
              <a:srgbClr val="00FFFF"/>
            </a:solidFill>
          </p:grpSpPr>
          <p:sp>
            <p:nvSpPr>
              <p:cNvPr id="89" name="平行四边形 88"/>
              <p:cNvSpPr/>
              <p:nvPr>
                <p:custDataLst>
                  <p:tags r:id="rId27"/>
                </p:custDataLst>
              </p:nvPr>
            </p:nvSpPr>
            <p:spPr>
              <a:xfrm>
                <a:off x="7929087"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90" name="平行四边形 89"/>
              <p:cNvSpPr/>
              <p:nvPr>
                <p:custDataLst>
                  <p:tags r:id="rId28"/>
                </p:custDataLst>
              </p:nvPr>
            </p:nvSpPr>
            <p:spPr>
              <a:xfrm>
                <a:off x="7994880"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91" name="平行四边形 90"/>
              <p:cNvSpPr/>
              <p:nvPr>
                <p:custDataLst>
                  <p:tags r:id="rId29"/>
                </p:custDataLst>
              </p:nvPr>
            </p:nvSpPr>
            <p:spPr>
              <a:xfrm>
                <a:off x="8060673"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92" name="平行四边形 91"/>
              <p:cNvSpPr/>
              <p:nvPr>
                <p:custDataLst>
                  <p:tags r:id="rId30"/>
                </p:custDataLst>
              </p:nvPr>
            </p:nvSpPr>
            <p:spPr>
              <a:xfrm>
                <a:off x="8126466"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93" name="平行四边形 92"/>
              <p:cNvSpPr/>
              <p:nvPr>
                <p:custDataLst>
                  <p:tags r:id="rId31"/>
                </p:custDataLst>
              </p:nvPr>
            </p:nvSpPr>
            <p:spPr>
              <a:xfrm>
                <a:off x="8192259"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94" name="平行四边形 93"/>
              <p:cNvSpPr/>
              <p:nvPr>
                <p:custDataLst>
                  <p:tags r:id="rId32"/>
                </p:custDataLst>
              </p:nvPr>
            </p:nvSpPr>
            <p:spPr>
              <a:xfrm>
                <a:off x="8258052"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95" name="平行四边形 94"/>
              <p:cNvSpPr/>
              <p:nvPr>
                <p:custDataLst>
                  <p:tags r:id="rId33"/>
                </p:custDataLst>
              </p:nvPr>
            </p:nvSpPr>
            <p:spPr>
              <a:xfrm>
                <a:off x="8323845"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96" name="平行四边形 95"/>
              <p:cNvSpPr/>
              <p:nvPr>
                <p:custDataLst>
                  <p:tags r:id="rId34"/>
                </p:custDataLst>
              </p:nvPr>
            </p:nvSpPr>
            <p:spPr>
              <a:xfrm>
                <a:off x="8389638"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97" name="平行四边形 96"/>
              <p:cNvSpPr/>
              <p:nvPr>
                <p:custDataLst>
                  <p:tags r:id="rId35"/>
                </p:custDataLst>
              </p:nvPr>
            </p:nvSpPr>
            <p:spPr>
              <a:xfrm>
                <a:off x="8455431"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98" name="平行四边形 97"/>
              <p:cNvSpPr/>
              <p:nvPr>
                <p:custDataLst>
                  <p:tags r:id="rId36"/>
                </p:custDataLst>
              </p:nvPr>
            </p:nvSpPr>
            <p:spPr>
              <a:xfrm>
                <a:off x="8521224" y="2734210"/>
                <a:ext cx="72000" cy="36000"/>
              </a:xfrm>
              <a:prstGeom prst="parallelogram">
                <a:avLst>
                  <a:gd name="adj" fmla="val 9960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grpSp>
        <p:sp>
          <p:nvSpPr>
            <p:cNvPr id="70" name="直角三角形 69"/>
            <p:cNvSpPr>
              <a:spLocks noChangeAspect="1"/>
            </p:cNvSpPr>
            <p:nvPr>
              <p:custDataLst>
                <p:tags r:id="rId37"/>
              </p:custDataLst>
            </p:nvPr>
          </p:nvSpPr>
          <p:spPr>
            <a:xfrm rot="18900000">
              <a:off x="6083" y="2966"/>
              <a:ext cx="227" cy="227"/>
            </a:xfrm>
            <a:prstGeom prst="rtTriangle">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sp>
          <p:nvSpPr>
            <p:cNvPr id="71" name="任意多边形: 形状 70"/>
            <p:cNvSpPr/>
            <p:nvPr>
              <p:custDataLst>
                <p:tags r:id="rId38"/>
              </p:custDataLst>
            </p:nvPr>
          </p:nvSpPr>
          <p:spPr>
            <a:xfrm flipH="1">
              <a:off x="10732" y="7661"/>
              <a:ext cx="463" cy="449"/>
            </a:xfrm>
            <a:custGeom>
              <a:avLst/>
              <a:gdLst>
                <a:gd name="connsiteX0" fmla="*/ 0 w 487049"/>
                <a:gd name="connsiteY0" fmla="*/ 0 h 487049"/>
                <a:gd name="connsiteX1" fmla="*/ 487049 w 487049"/>
                <a:gd name="connsiteY1" fmla="*/ 487049 h 487049"/>
                <a:gd name="connsiteX2" fmla="*/ 236304 w 487049"/>
                <a:gd name="connsiteY2" fmla="*/ 487049 h 487049"/>
                <a:gd name="connsiteX3" fmla="*/ 0 w 487049"/>
                <a:gd name="connsiteY3" fmla="*/ 250745 h 487049"/>
                <a:gd name="connsiteX4" fmla="*/ 0 w 487049"/>
                <a:gd name="connsiteY4" fmla="*/ 0 h 487049"/>
                <a:gd name="connsiteX0-1" fmla="*/ 0 w 487049"/>
                <a:gd name="connsiteY0-2" fmla="*/ 0 h 487049"/>
                <a:gd name="connsiteX1-3" fmla="*/ 249038 w 487049"/>
                <a:gd name="connsiteY1-4" fmla="*/ 246188 h 487049"/>
                <a:gd name="connsiteX2-5" fmla="*/ 487049 w 487049"/>
                <a:gd name="connsiteY2-6" fmla="*/ 487049 h 487049"/>
                <a:gd name="connsiteX3-7" fmla="*/ 236304 w 487049"/>
                <a:gd name="connsiteY3-8" fmla="*/ 487049 h 487049"/>
                <a:gd name="connsiteX4-9" fmla="*/ 0 w 487049"/>
                <a:gd name="connsiteY4-10" fmla="*/ 250745 h 487049"/>
                <a:gd name="connsiteX5" fmla="*/ 0 w 487049"/>
                <a:gd name="connsiteY5" fmla="*/ 0 h 487049"/>
                <a:gd name="connsiteX0-11" fmla="*/ 249038 w 487049"/>
                <a:gd name="connsiteY0-12" fmla="*/ 246188 h 487049"/>
                <a:gd name="connsiteX1-13" fmla="*/ 487049 w 487049"/>
                <a:gd name="connsiteY1-14" fmla="*/ 487049 h 487049"/>
                <a:gd name="connsiteX2-15" fmla="*/ 236304 w 487049"/>
                <a:gd name="connsiteY2-16" fmla="*/ 487049 h 487049"/>
                <a:gd name="connsiteX3-17" fmla="*/ 0 w 487049"/>
                <a:gd name="connsiteY3-18" fmla="*/ 250745 h 487049"/>
                <a:gd name="connsiteX4-19" fmla="*/ 0 w 487049"/>
                <a:gd name="connsiteY4-20" fmla="*/ 0 h 487049"/>
                <a:gd name="connsiteX5-21" fmla="*/ 340478 w 487049"/>
                <a:gd name="connsiteY5-22" fmla="*/ 337628 h 487049"/>
                <a:gd name="connsiteX0-23" fmla="*/ 487049 w 487049"/>
                <a:gd name="connsiteY0-24" fmla="*/ 487049 h 487049"/>
                <a:gd name="connsiteX1-25" fmla="*/ 236304 w 487049"/>
                <a:gd name="connsiteY1-26" fmla="*/ 487049 h 487049"/>
                <a:gd name="connsiteX2-27" fmla="*/ 0 w 487049"/>
                <a:gd name="connsiteY2-28" fmla="*/ 250745 h 487049"/>
                <a:gd name="connsiteX3-29" fmla="*/ 0 w 487049"/>
                <a:gd name="connsiteY3-30" fmla="*/ 0 h 487049"/>
                <a:gd name="connsiteX4-31" fmla="*/ 340478 w 487049"/>
                <a:gd name="connsiteY4-32" fmla="*/ 337628 h 487049"/>
                <a:gd name="connsiteX0-33" fmla="*/ 487049 w 487049"/>
                <a:gd name="connsiteY0-34" fmla="*/ 487049 h 487049"/>
                <a:gd name="connsiteX1-35" fmla="*/ 236304 w 487049"/>
                <a:gd name="connsiteY1-36" fmla="*/ 487049 h 487049"/>
                <a:gd name="connsiteX2-37" fmla="*/ 0 w 487049"/>
                <a:gd name="connsiteY2-38" fmla="*/ 250745 h 487049"/>
                <a:gd name="connsiteX3-39" fmla="*/ 0 w 487049"/>
                <a:gd name="connsiteY3-40" fmla="*/ 0 h 487049"/>
                <a:gd name="connsiteX0-41" fmla="*/ 489855 w 489855"/>
                <a:gd name="connsiteY0-42" fmla="*/ 372012 h 372012"/>
                <a:gd name="connsiteX1-43" fmla="*/ 239110 w 489855"/>
                <a:gd name="connsiteY1-44" fmla="*/ 372012 h 372012"/>
                <a:gd name="connsiteX2-45" fmla="*/ 2806 w 489855"/>
                <a:gd name="connsiteY2-46" fmla="*/ 135708 h 372012"/>
                <a:gd name="connsiteX3-47" fmla="*/ 0 w 489855"/>
                <a:gd name="connsiteY3-48" fmla="*/ 0 h 372012"/>
                <a:gd name="connsiteX0-49" fmla="*/ 383236 w 383236"/>
                <a:gd name="connsiteY0-50" fmla="*/ 372012 h 372012"/>
                <a:gd name="connsiteX1-51" fmla="*/ 239110 w 383236"/>
                <a:gd name="connsiteY1-52" fmla="*/ 372012 h 372012"/>
                <a:gd name="connsiteX2-53" fmla="*/ 2806 w 383236"/>
                <a:gd name="connsiteY2-54" fmla="*/ 135708 h 372012"/>
                <a:gd name="connsiteX3-55" fmla="*/ 0 w 383236"/>
                <a:gd name="connsiteY3-56" fmla="*/ 0 h 372012"/>
              </a:gdLst>
              <a:ahLst/>
              <a:cxnLst>
                <a:cxn ang="0">
                  <a:pos x="connsiteX0-1" y="connsiteY0-2"/>
                </a:cxn>
                <a:cxn ang="0">
                  <a:pos x="connsiteX1-3" y="connsiteY1-4"/>
                </a:cxn>
                <a:cxn ang="0">
                  <a:pos x="connsiteX2-5" y="connsiteY2-6"/>
                </a:cxn>
                <a:cxn ang="0">
                  <a:pos x="connsiteX3-7" y="connsiteY3-8"/>
                </a:cxn>
              </a:cxnLst>
              <a:rect l="l" t="t" r="r" b="b"/>
              <a:pathLst>
                <a:path w="383236" h="372012">
                  <a:moveTo>
                    <a:pt x="383236" y="372012"/>
                  </a:moveTo>
                  <a:lnTo>
                    <a:pt x="239110" y="372012"/>
                  </a:lnTo>
                  <a:lnTo>
                    <a:pt x="2806" y="135708"/>
                  </a:lnTo>
                  <a:cubicBezTo>
                    <a:pt x="1871" y="90472"/>
                    <a:pt x="935" y="45236"/>
                    <a:pt x="0" y="0"/>
                  </a:cubicBezTo>
                </a:path>
              </a:pathLst>
            </a:custGeom>
            <a:noFill/>
            <a:ln w="34925" cap="sq">
              <a:solidFill>
                <a:schemeClr val="accent5"/>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OPPOSans R" panose="00020600040101010101" pitchFamily="18" charset="-122"/>
                <a:ea typeface="OPPOSans R" panose="00020600040101010101" pitchFamily="18" charset="-122"/>
                <a:cs typeface="OPPOSans R" panose="00020600040101010101" pitchFamily="18" charset="-122"/>
                <a:sym typeface="OPPOSans R" panose="00020600040101010101" pitchFamily="18" charset="-122"/>
              </a:endParaRPr>
            </a:p>
          </p:txBody>
        </p:sp>
      </p:grpSp>
      <p:grpSp>
        <p:nvGrpSpPr>
          <p:cNvPr id="108" name="组合 107"/>
          <p:cNvGrpSpPr/>
          <p:nvPr/>
        </p:nvGrpSpPr>
        <p:grpSpPr>
          <a:xfrm rot="0" flipV="1">
            <a:off x="3804285" y="707390"/>
            <a:ext cx="4585970" cy="53975"/>
            <a:chOff x="4340313" y="1759636"/>
            <a:chExt cx="4586047" cy="54000"/>
          </a:xfrm>
          <a:solidFill>
            <a:schemeClr val="accent2"/>
          </a:solidFill>
        </p:grpSpPr>
        <p:sp>
          <p:nvSpPr>
            <p:cNvPr id="2" name="平行四边形 1"/>
            <p:cNvSpPr/>
            <p:nvPr>
              <p:custDataLst>
                <p:tags r:id="rId39"/>
              </p:custDataLst>
            </p:nvPr>
          </p:nvSpPr>
          <p:spPr>
            <a:xfrm flipH="1">
              <a:off x="458509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平行四边形 8"/>
            <p:cNvSpPr/>
            <p:nvPr>
              <p:custDataLst>
                <p:tags r:id="rId40"/>
              </p:custDataLst>
            </p:nvPr>
          </p:nvSpPr>
          <p:spPr>
            <a:xfrm flipH="1">
              <a:off x="482987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平行四边形 9"/>
            <p:cNvSpPr/>
            <p:nvPr>
              <p:custDataLst>
                <p:tags r:id="rId41"/>
              </p:custDataLst>
            </p:nvPr>
          </p:nvSpPr>
          <p:spPr>
            <a:xfrm flipH="1">
              <a:off x="507465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平行四边形 10"/>
            <p:cNvSpPr/>
            <p:nvPr>
              <p:custDataLst>
                <p:tags r:id="rId42"/>
              </p:custDataLst>
            </p:nvPr>
          </p:nvSpPr>
          <p:spPr>
            <a:xfrm flipH="1">
              <a:off x="531943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平行四边形 11"/>
            <p:cNvSpPr/>
            <p:nvPr>
              <p:custDataLst>
                <p:tags r:id="rId43"/>
              </p:custDataLst>
            </p:nvPr>
          </p:nvSpPr>
          <p:spPr>
            <a:xfrm flipH="1">
              <a:off x="556421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平行四边形 12"/>
            <p:cNvSpPr/>
            <p:nvPr>
              <p:custDataLst>
                <p:tags r:id="rId44"/>
              </p:custDataLst>
            </p:nvPr>
          </p:nvSpPr>
          <p:spPr>
            <a:xfrm flipH="1">
              <a:off x="580899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平行四边形 13"/>
            <p:cNvSpPr/>
            <p:nvPr>
              <p:custDataLst>
                <p:tags r:id="rId45"/>
              </p:custDataLst>
            </p:nvPr>
          </p:nvSpPr>
          <p:spPr>
            <a:xfrm flipH="1">
              <a:off x="605377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平行四边形 14"/>
            <p:cNvSpPr/>
            <p:nvPr>
              <p:custDataLst>
                <p:tags r:id="rId46"/>
              </p:custDataLst>
            </p:nvPr>
          </p:nvSpPr>
          <p:spPr>
            <a:xfrm>
              <a:off x="850157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平行四边形 15"/>
            <p:cNvSpPr/>
            <p:nvPr>
              <p:custDataLst>
                <p:tags r:id="rId47"/>
              </p:custDataLst>
            </p:nvPr>
          </p:nvSpPr>
          <p:spPr>
            <a:xfrm>
              <a:off x="825679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平行四边形 16"/>
            <p:cNvSpPr/>
            <p:nvPr>
              <p:custDataLst>
                <p:tags r:id="rId48"/>
              </p:custDataLst>
            </p:nvPr>
          </p:nvSpPr>
          <p:spPr>
            <a:xfrm>
              <a:off x="801201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平行四边形 17"/>
            <p:cNvSpPr/>
            <p:nvPr>
              <p:custDataLst>
                <p:tags r:id="rId49"/>
              </p:custDataLst>
            </p:nvPr>
          </p:nvSpPr>
          <p:spPr>
            <a:xfrm>
              <a:off x="776723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平行四边形 18"/>
            <p:cNvSpPr/>
            <p:nvPr>
              <p:custDataLst>
                <p:tags r:id="rId50"/>
              </p:custDataLst>
            </p:nvPr>
          </p:nvSpPr>
          <p:spPr>
            <a:xfrm>
              <a:off x="752245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平行四边形 19"/>
            <p:cNvSpPr/>
            <p:nvPr>
              <p:custDataLst>
                <p:tags r:id="rId51"/>
              </p:custDataLst>
            </p:nvPr>
          </p:nvSpPr>
          <p:spPr>
            <a:xfrm>
              <a:off x="727767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平行四边形 20"/>
            <p:cNvSpPr/>
            <p:nvPr>
              <p:custDataLst>
                <p:tags r:id="rId52"/>
              </p:custDataLst>
            </p:nvPr>
          </p:nvSpPr>
          <p:spPr>
            <a:xfrm>
              <a:off x="703289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平行四边形 21"/>
            <p:cNvSpPr/>
            <p:nvPr>
              <p:custDataLst>
                <p:tags r:id="rId53"/>
              </p:custDataLst>
            </p:nvPr>
          </p:nvSpPr>
          <p:spPr>
            <a:xfrm>
              <a:off x="6788113" y="1799236"/>
              <a:ext cx="180000" cy="14400"/>
            </a:xfrm>
            <a:prstGeom prst="parallelogram">
              <a:avLst>
                <a:gd name="adj" fmla="val 99605"/>
              </a:avLst>
            </a:prstGeom>
            <a:grp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3" name="组合 22"/>
            <p:cNvGrpSpPr/>
            <p:nvPr/>
          </p:nvGrpSpPr>
          <p:grpSpPr>
            <a:xfrm>
              <a:off x="6298553" y="1759636"/>
              <a:ext cx="432739" cy="54000"/>
              <a:chOff x="6298553" y="1777636"/>
              <a:chExt cx="432739" cy="54000"/>
            </a:xfrm>
            <a:grpFill/>
          </p:grpSpPr>
          <p:sp>
            <p:nvSpPr>
              <p:cNvPr id="24" name="平行四边形 23"/>
              <p:cNvSpPr/>
              <p:nvPr>
                <p:custDataLst>
                  <p:tags r:id="rId54"/>
                </p:custDataLst>
              </p:nvPr>
            </p:nvSpPr>
            <p:spPr>
              <a:xfrm flipH="1">
                <a:off x="6298553" y="1777636"/>
                <a:ext cx="288000" cy="54000"/>
              </a:xfrm>
              <a:prstGeom prst="parallelogram">
                <a:avLst>
                  <a:gd name="adj" fmla="val 99605"/>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平行四边形 24"/>
              <p:cNvSpPr/>
              <p:nvPr>
                <p:custDataLst>
                  <p:tags r:id="rId55"/>
                </p:custDataLst>
              </p:nvPr>
            </p:nvSpPr>
            <p:spPr>
              <a:xfrm>
                <a:off x="6443292" y="1777636"/>
                <a:ext cx="288000" cy="54000"/>
              </a:xfrm>
              <a:prstGeom prst="parallelogram">
                <a:avLst>
                  <a:gd name="adj" fmla="val 99605"/>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6" name="平行四边形 25"/>
            <p:cNvSpPr/>
            <p:nvPr>
              <p:custDataLst>
                <p:tags r:id="rId56"/>
              </p:custDataLst>
            </p:nvPr>
          </p:nvSpPr>
          <p:spPr>
            <a:xfrm>
              <a:off x="8746360" y="1777636"/>
              <a:ext cx="180000" cy="36000"/>
            </a:xfrm>
            <a:prstGeom prst="parallelogram">
              <a:avLst>
                <a:gd name="adj" fmla="val 99605"/>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平行四边形 26"/>
            <p:cNvSpPr/>
            <p:nvPr>
              <p:custDataLst>
                <p:tags r:id="rId57"/>
              </p:custDataLst>
            </p:nvPr>
          </p:nvSpPr>
          <p:spPr>
            <a:xfrm flipH="1">
              <a:off x="4340313" y="1777636"/>
              <a:ext cx="180000" cy="36000"/>
            </a:xfrm>
            <a:prstGeom prst="parallelogram">
              <a:avLst>
                <a:gd name="adj" fmla="val 99605"/>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3" name="组合 112"/>
          <p:cNvGrpSpPr/>
          <p:nvPr/>
        </p:nvGrpSpPr>
        <p:grpSpPr>
          <a:xfrm rot="0">
            <a:off x="3328035" y="707390"/>
            <a:ext cx="5535930" cy="597535"/>
            <a:chOff x="3274830" y="1236793"/>
            <a:chExt cx="5535928" cy="597832"/>
          </a:xfrm>
          <a:solidFill>
            <a:schemeClr val="accent2"/>
          </a:solidFill>
        </p:grpSpPr>
        <p:grpSp>
          <p:nvGrpSpPr>
            <p:cNvPr id="118" name="组合 117"/>
            <p:cNvGrpSpPr/>
            <p:nvPr/>
          </p:nvGrpSpPr>
          <p:grpSpPr>
            <a:xfrm>
              <a:off x="3274830" y="1236793"/>
              <a:ext cx="660302" cy="597832"/>
              <a:chOff x="5616010" y="1242251"/>
              <a:chExt cx="660302" cy="597832"/>
            </a:xfrm>
            <a:grpFill/>
          </p:grpSpPr>
          <p:grpSp>
            <p:nvGrpSpPr>
              <p:cNvPr id="145" name="组合 144"/>
              <p:cNvGrpSpPr/>
              <p:nvPr/>
            </p:nvGrpSpPr>
            <p:grpSpPr>
              <a:xfrm>
                <a:off x="5616010" y="1242251"/>
                <a:ext cx="660302" cy="288000"/>
                <a:chOff x="5616010" y="1242251"/>
                <a:chExt cx="660302" cy="288000"/>
              </a:xfrm>
              <a:grpFill/>
            </p:grpSpPr>
            <p:sp>
              <p:nvSpPr>
                <p:cNvPr id="28" name="平行四边形 27"/>
                <p:cNvSpPr/>
                <p:nvPr>
                  <p:custDataLst>
                    <p:tags r:id="rId58"/>
                  </p:custDataLst>
                </p:nvPr>
              </p:nvSpPr>
              <p:spPr>
                <a:xfrm>
                  <a:off x="5729232" y="1242251"/>
                  <a:ext cx="453768" cy="288000"/>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平行四边形 28"/>
                <p:cNvSpPr/>
                <p:nvPr>
                  <p:custDataLst>
                    <p:tags r:id="rId59"/>
                  </p:custDataLst>
                </p:nvPr>
              </p:nvSpPr>
              <p:spPr>
                <a:xfrm>
                  <a:off x="5616010" y="1484532"/>
                  <a:ext cx="180000" cy="45719"/>
                </a:xfrm>
                <a:prstGeom prst="parallelogram">
                  <a:avLst>
                    <a:gd name="adj" fmla="val 99605"/>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平行四边形 29"/>
                <p:cNvSpPr/>
                <p:nvPr>
                  <p:custDataLst>
                    <p:tags r:id="rId60"/>
                  </p:custDataLst>
                </p:nvPr>
              </p:nvSpPr>
              <p:spPr>
                <a:xfrm>
                  <a:off x="5988312" y="1242251"/>
                  <a:ext cx="288000" cy="72000"/>
                </a:xfrm>
                <a:prstGeom prst="parallelogram">
                  <a:avLst>
                    <a:gd name="adj" fmla="val 99605"/>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30"/>
              <p:cNvGrpSpPr/>
              <p:nvPr/>
            </p:nvGrpSpPr>
            <p:grpSpPr>
              <a:xfrm flipV="1">
                <a:off x="5616010" y="1552083"/>
                <a:ext cx="660302" cy="288000"/>
                <a:chOff x="5616010" y="1242251"/>
                <a:chExt cx="660302" cy="288000"/>
              </a:xfrm>
              <a:grpFill/>
            </p:grpSpPr>
            <p:sp>
              <p:nvSpPr>
                <p:cNvPr id="32" name="平行四边形 31"/>
                <p:cNvSpPr/>
                <p:nvPr>
                  <p:custDataLst>
                    <p:tags r:id="rId61"/>
                  </p:custDataLst>
                </p:nvPr>
              </p:nvSpPr>
              <p:spPr>
                <a:xfrm>
                  <a:off x="5729232" y="1242251"/>
                  <a:ext cx="453768" cy="288000"/>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平行四边形 32"/>
                <p:cNvSpPr/>
                <p:nvPr>
                  <p:custDataLst>
                    <p:tags r:id="rId62"/>
                  </p:custDataLst>
                </p:nvPr>
              </p:nvSpPr>
              <p:spPr>
                <a:xfrm>
                  <a:off x="5616010" y="1484532"/>
                  <a:ext cx="180000" cy="45719"/>
                </a:xfrm>
                <a:prstGeom prst="parallelogram">
                  <a:avLst>
                    <a:gd name="adj" fmla="val 99605"/>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平行四边形 33"/>
                <p:cNvSpPr/>
                <p:nvPr>
                  <p:custDataLst>
                    <p:tags r:id="rId63"/>
                  </p:custDataLst>
                </p:nvPr>
              </p:nvSpPr>
              <p:spPr>
                <a:xfrm>
                  <a:off x="5988312" y="1242251"/>
                  <a:ext cx="288000" cy="72000"/>
                </a:xfrm>
                <a:prstGeom prst="parallelogram">
                  <a:avLst>
                    <a:gd name="adj" fmla="val 99605"/>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直角三角形 34"/>
              <p:cNvSpPr/>
              <p:nvPr>
                <p:custDataLst>
                  <p:tags r:id="rId64"/>
                </p:custDataLst>
              </p:nvPr>
            </p:nvSpPr>
            <p:spPr>
              <a:xfrm rot="2711020">
                <a:off x="5915113" y="1505158"/>
                <a:ext cx="68168" cy="68168"/>
              </a:xfrm>
              <a:prstGeom prst="rtTriangle">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任意多边形: 形状 148"/>
              <p:cNvSpPr/>
              <p:nvPr>
                <p:custDataLst>
                  <p:tags r:id="rId65"/>
                </p:custDataLst>
              </p:nvPr>
            </p:nvSpPr>
            <p:spPr>
              <a:xfrm>
                <a:off x="5739043" y="1242251"/>
                <a:ext cx="260579" cy="230214"/>
              </a:xfrm>
              <a:custGeom>
                <a:avLst/>
                <a:gdLst>
                  <a:gd name="connsiteX0" fmla="*/ 30246 w 260579"/>
                  <a:gd name="connsiteY0" fmla="*/ 199848 h 230214"/>
                  <a:gd name="connsiteX1" fmla="*/ 60732 w 260579"/>
                  <a:gd name="connsiteY1" fmla="*/ 199848 h 230214"/>
                  <a:gd name="connsiteX2" fmla="*/ 30486 w 260579"/>
                  <a:gd name="connsiteY2" fmla="*/ 230214 h 230214"/>
                  <a:gd name="connsiteX3" fmla="*/ 0 w 260579"/>
                  <a:gd name="connsiteY3" fmla="*/ 230214 h 230214"/>
                  <a:gd name="connsiteX4" fmla="*/ 70215 w 260579"/>
                  <a:gd name="connsiteY4" fmla="*/ 159878 h 230214"/>
                  <a:gd name="connsiteX5" fmla="*/ 100701 w 260579"/>
                  <a:gd name="connsiteY5" fmla="*/ 159878 h 230214"/>
                  <a:gd name="connsiteX6" fmla="*/ 70455 w 260579"/>
                  <a:gd name="connsiteY6" fmla="*/ 190244 h 230214"/>
                  <a:gd name="connsiteX7" fmla="*/ 39969 w 260579"/>
                  <a:gd name="connsiteY7" fmla="*/ 190244 h 230214"/>
                  <a:gd name="connsiteX8" fmla="*/ 110185 w 260579"/>
                  <a:gd name="connsiteY8" fmla="*/ 119909 h 230214"/>
                  <a:gd name="connsiteX9" fmla="*/ 140671 w 260579"/>
                  <a:gd name="connsiteY9" fmla="*/ 119909 h 230214"/>
                  <a:gd name="connsiteX10" fmla="*/ 110425 w 260579"/>
                  <a:gd name="connsiteY10" fmla="*/ 150275 h 230214"/>
                  <a:gd name="connsiteX11" fmla="*/ 79939 w 260579"/>
                  <a:gd name="connsiteY11" fmla="*/ 150275 h 230214"/>
                  <a:gd name="connsiteX12" fmla="*/ 150154 w 260579"/>
                  <a:gd name="connsiteY12" fmla="*/ 79939 h 230214"/>
                  <a:gd name="connsiteX13" fmla="*/ 180640 w 260579"/>
                  <a:gd name="connsiteY13" fmla="*/ 79939 h 230214"/>
                  <a:gd name="connsiteX14" fmla="*/ 150394 w 260579"/>
                  <a:gd name="connsiteY14" fmla="*/ 110305 h 230214"/>
                  <a:gd name="connsiteX15" fmla="*/ 119908 w 260579"/>
                  <a:gd name="connsiteY15" fmla="*/ 110305 h 230214"/>
                  <a:gd name="connsiteX16" fmla="*/ 190124 w 260579"/>
                  <a:gd name="connsiteY16" fmla="*/ 39970 h 230214"/>
                  <a:gd name="connsiteX17" fmla="*/ 220610 w 260579"/>
                  <a:gd name="connsiteY17" fmla="*/ 39970 h 230214"/>
                  <a:gd name="connsiteX18" fmla="*/ 190364 w 260579"/>
                  <a:gd name="connsiteY18" fmla="*/ 70336 h 230214"/>
                  <a:gd name="connsiteX19" fmla="*/ 159878 w 260579"/>
                  <a:gd name="connsiteY19" fmla="*/ 70336 h 230214"/>
                  <a:gd name="connsiteX20" fmla="*/ 230093 w 260579"/>
                  <a:gd name="connsiteY20" fmla="*/ 0 h 230214"/>
                  <a:gd name="connsiteX21" fmla="*/ 260579 w 260579"/>
                  <a:gd name="connsiteY21" fmla="*/ 0 h 230214"/>
                  <a:gd name="connsiteX22" fmla="*/ 230333 w 260579"/>
                  <a:gd name="connsiteY22" fmla="*/ 30366 h 230214"/>
                  <a:gd name="connsiteX23" fmla="*/ 199847 w 260579"/>
                  <a:gd name="connsiteY23" fmla="*/ 30366 h 23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0579" h="230214">
                    <a:moveTo>
                      <a:pt x="30246" y="199848"/>
                    </a:moveTo>
                    <a:lnTo>
                      <a:pt x="60732" y="199848"/>
                    </a:lnTo>
                    <a:lnTo>
                      <a:pt x="30486" y="230214"/>
                    </a:lnTo>
                    <a:lnTo>
                      <a:pt x="0" y="230214"/>
                    </a:lnTo>
                    <a:close/>
                    <a:moveTo>
                      <a:pt x="70215" y="159878"/>
                    </a:moveTo>
                    <a:lnTo>
                      <a:pt x="100701" y="159878"/>
                    </a:lnTo>
                    <a:lnTo>
                      <a:pt x="70455" y="190244"/>
                    </a:lnTo>
                    <a:lnTo>
                      <a:pt x="39969" y="190244"/>
                    </a:lnTo>
                    <a:close/>
                    <a:moveTo>
                      <a:pt x="110185" y="119909"/>
                    </a:moveTo>
                    <a:lnTo>
                      <a:pt x="140671" y="119909"/>
                    </a:lnTo>
                    <a:lnTo>
                      <a:pt x="110425" y="150275"/>
                    </a:lnTo>
                    <a:lnTo>
                      <a:pt x="79939" y="150275"/>
                    </a:lnTo>
                    <a:close/>
                    <a:moveTo>
                      <a:pt x="150154" y="79939"/>
                    </a:moveTo>
                    <a:lnTo>
                      <a:pt x="180640" y="79939"/>
                    </a:lnTo>
                    <a:lnTo>
                      <a:pt x="150394" y="110305"/>
                    </a:lnTo>
                    <a:lnTo>
                      <a:pt x="119908" y="110305"/>
                    </a:lnTo>
                    <a:close/>
                    <a:moveTo>
                      <a:pt x="190124" y="39970"/>
                    </a:moveTo>
                    <a:lnTo>
                      <a:pt x="220610" y="39970"/>
                    </a:lnTo>
                    <a:lnTo>
                      <a:pt x="190364" y="70336"/>
                    </a:lnTo>
                    <a:lnTo>
                      <a:pt x="159878" y="70336"/>
                    </a:lnTo>
                    <a:close/>
                    <a:moveTo>
                      <a:pt x="230093" y="0"/>
                    </a:moveTo>
                    <a:lnTo>
                      <a:pt x="260579" y="0"/>
                    </a:lnTo>
                    <a:lnTo>
                      <a:pt x="230333" y="30366"/>
                    </a:lnTo>
                    <a:lnTo>
                      <a:pt x="199847" y="30366"/>
                    </a:lnTo>
                    <a:close/>
                  </a:path>
                </a:pathLst>
              </a:cu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7" name="任意多边形: 形状 149"/>
              <p:cNvSpPr/>
              <p:nvPr>
                <p:custDataLst>
                  <p:tags r:id="rId66"/>
                </p:custDataLst>
              </p:nvPr>
            </p:nvSpPr>
            <p:spPr>
              <a:xfrm flipV="1">
                <a:off x="5739043" y="1609869"/>
                <a:ext cx="260579" cy="230214"/>
              </a:xfrm>
              <a:custGeom>
                <a:avLst/>
                <a:gdLst>
                  <a:gd name="connsiteX0" fmla="*/ 30246 w 260579"/>
                  <a:gd name="connsiteY0" fmla="*/ 199848 h 230214"/>
                  <a:gd name="connsiteX1" fmla="*/ 60732 w 260579"/>
                  <a:gd name="connsiteY1" fmla="*/ 199848 h 230214"/>
                  <a:gd name="connsiteX2" fmla="*/ 30486 w 260579"/>
                  <a:gd name="connsiteY2" fmla="*/ 230214 h 230214"/>
                  <a:gd name="connsiteX3" fmla="*/ 0 w 260579"/>
                  <a:gd name="connsiteY3" fmla="*/ 230214 h 230214"/>
                  <a:gd name="connsiteX4" fmla="*/ 70215 w 260579"/>
                  <a:gd name="connsiteY4" fmla="*/ 159878 h 230214"/>
                  <a:gd name="connsiteX5" fmla="*/ 100701 w 260579"/>
                  <a:gd name="connsiteY5" fmla="*/ 159878 h 230214"/>
                  <a:gd name="connsiteX6" fmla="*/ 70455 w 260579"/>
                  <a:gd name="connsiteY6" fmla="*/ 190244 h 230214"/>
                  <a:gd name="connsiteX7" fmla="*/ 39969 w 260579"/>
                  <a:gd name="connsiteY7" fmla="*/ 190244 h 230214"/>
                  <a:gd name="connsiteX8" fmla="*/ 110185 w 260579"/>
                  <a:gd name="connsiteY8" fmla="*/ 119909 h 230214"/>
                  <a:gd name="connsiteX9" fmla="*/ 140671 w 260579"/>
                  <a:gd name="connsiteY9" fmla="*/ 119909 h 230214"/>
                  <a:gd name="connsiteX10" fmla="*/ 110425 w 260579"/>
                  <a:gd name="connsiteY10" fmla="*/ 150275 h 230214"/>
                  <a:gd name="connsiteX11" fmla="*/ 79939 w 260579"/>
                  <a:gd name="connsiteY11" fmla="*/ 150275 h 230214"/>
                  <a:gd name="connsiteX12" fmla="*/ 150154 w 260579"/>
                  <a:gd name="connsiteY12" fmla="*/ 79939 h 230214"/>
                  <a:gd name="connsiteX13" fmla="*/ 180640 w 260579"/>
                  <a:gd name="connsiteY13" fmla="*/ 79939 h 230214"/>
                  <a:gd name="connsiteX14" fmla="*/ 150394 w 260579"/>
                  <a:gd name="connsiteY14" fmla="*/ 110305 h 230214"/>
                  <a:gd name="connsiteX15" fmla="*/ 119908 w 260579"/>
                  <a:gd name="connsiteY15" fmla="*/ 110305 h 230214"/>
                  <a:gd name="connsiteX16" fmla="*/ 190124 w 260579"/>
                  <a:gd name="connsiteY16" fmla="*/ 39970 h 230214"/>
                  <a:gd name="connsiteX17" fmla="*/ 220610 w 260579"/>
                  <a:gd name="connsiteY17" fmla="*/ 39970 h 230214"/>
                  <a:gd name="connsiteX18" fmla="*/ 190364 w 260579"/>
                  <a:gd name="connsiteY18" fmla="*/ 70336 h 230214"/>
                  <a:gd name="connsiteX19" fmla="*/ 159878 w 260579"/>
                  <a:gd name="connsiteY19" fmla="*/ 70336 h 230214"/>
                  <a:gd name="connsiteX20" fmla="*/ 230093 w 260579"/>
                  <a:gd name="connsiteY20" fmla="*/ 0 h 230214"/>
                  <a:gd name="connsiteX21" fmla="*/ 260579 w 260579"/>
                  <a:gd name="connsiteY21" fmla="*/ 0 h 230214"/>
                  <a:gd name="connsiteX22" fmla="*/ 230333 w 260579"/>
                  <a:gd name="connsiteY22" fmla="*/ 30366 h 230214"/>
                  <a:gd name="connsiteX23" fmla="*/ 199847 w 260579"/>
                  <a:gd name="connsiteY23" fmla="*/ 30366 h 23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0579" h="230214">
                    <a:moveTo>
                      <a:pt x="30246" y="199848"/>
                    </a:moveTo>
                    <a:lnTo>
                      <a:pt x="60732" y="199848"/>
                    </a:lnTo>
                    <a:lnTo>
                      <a:pt x="30486" y="230214"/>
                    </a:lnTo>
                    <a:lnTo>
                      <a:pt x="0" y="230214"/>
                    </a:lnTo>
                    <a:close/>
                    <a:moveTo>
                      <a:pt x="70215" y="159878"/>
                    </a:moveTo>
                    <a:lnTo>
                      <a:pt x="100701" y="159878"/>
                    </a:lnTo>
                    <a:lnTo>
                      <a:pt x="70455" y="190244"/>
                    </a:lnTo>
                    <a:lnTo>
                      <a:pt x="39969" y="190244"/>
                    </a:lnTo>
                    <a:close/>
                    <a:moveTo>
                      <a:pt x="110185" y="119909"/>
                    </a:moveTo>
                    <a:lnTo>
                      <a:pt x="140671" y="119909"/>
                    </a:lnTo>
                    <a:lnTo>
                      <a:pt x="110425" y="150275"/>
                    </a:lnTo>
                    <a:lnTo>
                      <a:pt x="79939" y="150275"/>
                    </a:lnTo>
                    <a:close/>
                    <a:moveTo>
                      <a:pt x="150154" y="79939"/>
                    </a:moveTo>
                    <a:lnTo>
                      <a:pt x="180640" y="79939"/>
                    </a:lnTo>
                    <a:lnTo>
                      <a:pt x="150394" y="110305"/>
                    </a:lnTo>
                    <a:lnTo>
                      <a:pt x="119908" y="110305"/>
                    </a:lnTo>
                    <a:close/>
                    <a:moveTo>
                      <a:pt x="190124" y="39970"/>
                    </a:moveTo>
                    <a:lnTo>
                      <a:pt x="220610" y="39970"/>
                    </a:lnTo>
                    <a:lnTo>
                      <a:pt x="190364" y="70336"/>
                    </a:lnTo>
                    <a:lnTo>
                      <a:pt x="159878" y="70336"/>
                    </a:lnTo>
                    <a:close/>
                    <a:moveTo>
                      <a:pt x="230093" y="0"/>
                    </a:moveTo>
                    <a:lnTo>
                      <a:pt x="260579" y="0"/>
                    </a:lnTo>
                    <a:lnTo>
                      <a:pt x="230333" y="30366"/>
                    </a:lnTo>
                    <a:lnTo>
                      <a:pt x="199847" y="30366"/>
                    </a:lnTo>
                    <a:close/>
                  </a:path>
                </a:pathLst>
              </a:cu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119" name="组合 118"/>
            <p:cNvGrpSpPr/>
            <p:nvPr/>
          </p:nvGrpSpPr>
          <p:grpSpPr>
            <a:xfrm flipH="1">
              <a:off x="8150456" y="1236793"/>
              <a:ext cx="660302" cy="597832"/>
              <a:chOff x="5616010" y="1242251"/>
              <a:chExt cx="660302" cy="597832"/>
            </a:xfrm>
            <a:grpFill/>
          </p:grpSpPr>
          <p:grpSp>
            <p:nvGrpSpPr>
              <p:cNvPr id="123" name="组合 122"/>
              <p:cNvGrpSpPr/>
              <p:nvPr/>
            </p:nvGrpSpPr>
            <p:grpSpPr>
              <a:xfrm>
                <a:off x="5616010" y="1242251"/>
                <a:ext cx="660302" cy="288000"/>
                <a:chOff x="5616010" y="1242251"/>
                <a:chExt cx="660302" cy="288000"/>
              </a:xfrm>
              <a:grpFill/>
            </p:grpSpPr>
            <p:sp>
              <p:nvSpPr>
                <p:cNvPr id="142" name="平行四边形 141"/>
                <p:cNvSpPr/>
                <p:nvPr>
                  <p:custDataLst>
                    <p:tags r:id="rId67"/>
                  </p:custDataLst>
                </p:nvPr>
              </p:nvSpPr>
              <p:spPr>
                <a:xfrm>
                  <a:off x="5729232" y="1242251"/>
                  <a:ext cx="453768" cy="288000"/>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平行四边形 142"/>
                <p:cNvSpPr/>
                <p:nvPr>
                  <p:custDataLst>
                    <p:tags r:id="rId68"/>
                  </p:custDataLst>
                </p:nvPr>
              </p:nvSpPr>
              <p:spPr>
                <a:xfrm>
                  <a:off x="5616010" y="1484532"/>
                  <a:ext cx="180000" cy="45719"/>
                </a:xfrm>
                <a:prstGeom prst="parallelogram">
                  <a:avLst>
                    <a:gd name="adj" fmla="val 99605"/>
                  </a:avLst>
                </a:prstGeom>
                <a:noFill/>
                <a:ln>
                  <a:solidFill>
                    <a:srgbClr val="00FFFF"/>
                  </a:solidFill>
                </a:ln>
                <a:extLst>
                  <a:ext uri="{909E8E84-426E-40DD-AFC4-6F175D3DCCD1}">
                    <a14:hiddenFill xmlns:a14="http://schemas.microsoft.com/office/drawing/2010/main">
                      <a:solidFill>
                        <a:srgbClr val="00FFF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平行四边形 143"/>
                <p:cNvSpPr/>
                <p:nvPr>
                  <p:custDataLst>
                    <p:tags r:id="rId69"/>
                  </p:custDataLst>
                </p:nvPr>
              </p:nvSpPr>
              <p:spPr>
                <a:xfrm>
                  <a:off x="5988312" y="1242251"/>
                  <a:ext cx="288000" cy="72000"/>
                </a:xfrm>
                <a:prstGeom prst="parallelogram">
                  <a:avLst>
                    <a:gd name="adj" fmla="val 99605"/>
                  </a:avLst>
                </a:prstGeom>
                <a:noFill/>
                <a:ln>
                  <a:solidFill>
                    <a:srgbClr val="00FFFF"/>
                  </a:solidFill>
                </a:ln>
                <a:extLst>
                  <a:ext uri="{909E8E84-426E-40DD-AFC4-6F175D3DCCD1}">
                    <a14:hiddenFill xmlns:a14="http://schemas.microsoft.com/office/drawing/2010/main">
                      <a:solidFill>
                        <a:srgbClr val="00FFF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8" name="组合 127"/>
              <p:cNvGrpSpPr/>
              <p:nvPr/>
            </p:nvGrpSpPr>
            <p:grpSpPr>
              <a:xfrm flipV="1">
                <a:off x="5616010" y="1552083"/>
                <a:ext cx="660302" cy="288000"/>
                <a:chOff x="5616010" y="1242251"/>
                <a:chExt cx="660302" cy="288000"/>
              </a:xfrm>
              <a:grpFill/>
            </p:grpSpPr>
            <p:sp>
              <p:nvSpPr>
                <p:cNvPr id="137" name="平行四边形 136"/>
                <p:cNvSpPr/>
                <p:nvPr>
                  <p:custDataLst>
                    <p:tags r:id="rId70"/>
                  </p:custDataLst>
                </p:nvPr>
              </p:nvSpPr>
              <p:spPr>
                <a:xfrm>
                  <a:off x="5729232" y="1242251"/>
                  <a:ext cx="453768" cy="288000"/>
                </a:xfrm>
                <a:prstGeom prst="parallelogram">
                  <a:avLst>
                    <a:gd name="adj" fmla="val 99605"/>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 name="平行四边形 137"/>
                <p:cNvSpPr/>
                <p:nvPr>
                  <p:custDataLst>
                    <p:tags r:id="rId71"/>
                  </p:custDataLst>
                </p:nvPr>
              </p:nvSpPr>
              <p:spPr>
                <a:xfrm>
                  <a:off x="5616010" y="1484532"/>
                  <a:ext cx="180000" cy="45719"/>
                </a:xfrm>
                <a:prstGeom prst="parallelogram">
                  <a:avLst>
                    <a:gd name="adj" fmla="val 99605"/>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平行四边形 138"/>
                <p:cNvSpPr/>
                <p:nvPr>
                  <p:custDataLst>
                    <p:tags r:id="rId72"/>
                  </p:custDataLst>
                </p:nvPr>
              </p:nvSpPr>
              <p:spPr>
                <a:xfrm>
                  <a:off x="5988312" y="1242251"/>
                  <a:ext cx="288000" cy="72000"/>
                </a:xfrm>
                <a:prstGeom prst="parallelogram">
                  <a:avLst>
                    <a:gd name="adj" fmla="val 99605"/>
                  </a:avLst>
                </a:prstGeom>
                <a:noFill/>
                <a:ln>
                  <a:solidFill>
                    <a:srgbClr val="00FFFF"/>
                  </a:solidFill>
                </a:ln>
                <a:extLst>
                  <a:ext uri="{909E8E84-426E-40DD-AFC4-6F175D3DCCD1}">
                    <a14:hiddenFill xmlns:a14="http://schemas.microsoft.com/office/drawing/2010/main">
                      <a:solidFill>
                        <a:srgbClr val="00FFF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4" name="直角三角形 133"/>
              <p:cNvSpPr/>
              <p:nvPr>
                <p:custDataLst>
                  <p:tags r:id="rId73"/>
                </p:custDataLst>
              </p:nvPr>
            </p:nvSpPr>
            <p:spPr>
              <a:xfrm rot="2711020">
                <a:off x="5915113" y="1505158"/>
                <a:ext cx="68168" cy="68168"/>
              </a:xfrm>
              <a:prstGeom prst="rtTriangle">
                <a:avLst/>
              </a:pr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任意多边形: 形状 134"/>
              <p:cNvSpPr/>
              <p:nvPr>
                <p:custDataLst>
                  <p:tags r:id="rId74"/>
                </p:custDataLst>
              </p:nvPr>
            </p:nvSpPr>
            <p:spPr>
              <a:xfrm>
                <a:off x="5739043" y="1242251"/>
                <a:ext cx="260579" cy="230214"/>
              </a:xfrm>
              <a:custGeom>
                <a:avLst/>
                <a:gdLst>
                  <a:gd name="connsiteX0" fmla="*/ 30246 w 260579"/>
                  <a:gd name="connsiteY0" fmla="*/ 199848 h 230214"/>
                  <a:gd name="connsiteX1" fmla="*/ 60732 w 260579"/>
                  <a:gd name="connsiteY1" fmla="*/ 199848 h 230214"/>
                  <a:gd name="connsiteX2" fmla="*/ 30486 w 260579"/>
                  <a:gd name="connsiteY2" fmla="*/ 230214 h 230214"/>
                  <a:gd name="connsiteX3" fmla="*/ 0 w 260579"/>
                  <a:gd name="connsiteY3" fmla="*/ 230214 h 230214"/>
                  <a:gd name="connsiteX4" fmla="*/ 70215 w 260579"/>
                  <a:gd name="connsiteY4" fmla="*/ 159878 h 230214"/>
                  <a:gd name="connsiteX5" fmla="*/ 100701 w 260579"/>
                  <a:gd name="connsiteY5" fmla="*/ 159878 h 230214"/>
                  <a:gd name="connsiteX6" fmla="*/ 70455 w 260579"/>
                  <a:gd name="connsiteY6" fmla="*/ 190244 h 230214"/>
                  <a:gd name="connsiteX7" fmla="*/ 39969 w 260579"/>
                  <a:gd name="connsiteY7" fmla="*/ 190244 h 230214"/>
                  <a:gd name="connsiteX8" fmla="*/ 110185 w 260579"/>
                  <a:gd name="connsiteY8" fmla="*/ 119909 h 230214"/>
                  <a:gd name="connsiteX9" fmla="*/ 140671 w 260579"/>
                  <a:gd name="connsiteY9" fmla="*/ 119909 h 230214"/>
                  <a:gd name="connsiteX10" fmla="*/ 110425 w 260579"/>
                  <a:gd name="connsiteY10" fmla="*/ 150275 h 230214"/>
                  <a:gd name="connsiteX11" fmla="*/ 79939 w 260579"/>
                  <a:gd name="connsiteY11" fmla="*/ 150275 h 230214"/>
                  <a:gd name="connsiteX12" fmla="*/ 150154 w 260579"/>
                  <a:gd name="connsiteY12" fmla="*/ 79939 h 230214"/>
                  <a:gd name="connsiteX13" fmla="*/ 180640 w 260579"/>
                  <a:gd name="connsiteY13" fmla="*/ 79939 h 230214"/>
                  <a:gd name="connsiteX14" fmla="*/ 150394 w 260579"/>
                  <a:gd name="connsiteY14" fmla="*/ 110305 h 230214"/>
                  <a:gd name="connsiteX15" fmla="*/ 119908 w 260579"/>
                  <a:gd name="connsiteY15" fmla="*/ 110305 h 230214"/>
                  <a:gd name="connsiteX16" fmla="*/ 190124 w 260579"/>
                  <a:gd name="connsiteY16" fmla="*/ 39970 h 230214"/>
                  <a:gd name="connsiteX17" fmla="*/ 220610 w 260579"/>
                  <a:gd name="connsiteY17" fmla="*/ 39970 h 230214"/>
                  <a:gd name="connsiteX18" fmla="*/ 190364 w 260579"/>
                  <a:gd name="connsiteY18" fmla="*/ 70336 h 230214"/>
                  <a:gd name="connsiteX19" fmla="*/ 159878 w 260579"/>
                  <a:gd name="connsiteY19" fmla="*/ 70336 h 230214"/>
                  <a:gd name="connsiteX20" fmla="*/ 230093 w 260579"/>
                  <a:gd name="connsiteY20" fmla="*/ 0 h 230214"/>
                  <a:gd name="connsiteX21" fmla="*/ 260579 w 260579"/>
                  <a:gd name="connsiteY21" fmla="*/ 0 h 230214"/>
                  <a:gd name="connsiteX22" fmla="*/ 230333 w 260579"/>
                  <a:gd name="connsiteY22" fmla="*/ 30366 h 230214"/>
                  <a:gd name="connsiteX23" fmla="*/ 199847 w 260579"/>
                  <a:gd name="connsiteY23" fmla="*/ 30366 h 23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0579" h="230214">
                    <a:moveTo>
                      <a:pt x="30246" y="199848"/>
                    </a:moveTo>
                    <a:lnTo>
                      <a:pt x="60732" y="199848"/>
                    </a:lnTo>
                    <a:lnTo>
                      <a:pt x="30486" y="230214"/>
                    </a:lnTo>
                    <a:lnTo>
                      <a:pt x="0" y="230214"/>
                    </a:lnTo>
                    <a:close/>
                    <a:moveTo>
                      <a:pt x="70215" y="159878"/>
                    </a:moveTo>
                    <a:lnTo>
                      <a:pt x="100701" y="159878"/>
                    </a:lnTo>
                    <a:lnTo>
                      <a:pt x="70455" y="190244"/>
                    </a:lnTo>
                    <a:lnTo>
                      <a:pt x="39969" y="190244"/>
                    </a:lnTo>
                    <a:close/>
                    <a:moveTo>
                      <a:pt x="110185" y="119909"/>
                    </a:moveTo>
                    <a:lnTo>
                      <a:pt x="140671" y="119909"/>
                    </a:lnTo>
                    <a:lnTo>
                      <a:pt x="110425" y="150275"/>
                    </a:lnTo>
                    <a:lnTo>
                      <a:pt x="79939" y="150275"/>
                    </a:lnTo>
                    <a:close/>
                    <a:moveTo>
                      <a:pt x="150154" y="79939"/>
                    </a:moveTo>
                    <a:lnTo>
                      <a:pt x="180640" y="79939"/>
                    </a:lnTo>
                    <a:lnTo>
                      <a:pt x="150394" y="110305"/>
                    </a:lnTo>
                    <a:lnTo>
                      <a:pt x="119908" y="110305"/>
                    </a:lnTo>
                    <a:close/>
                    <a:moveTo>
                      <a:pt x="190124" y="39970"/>
                    </a:moveTo>
                    <a:lnTo>
                      <a:pt x="220610" y="39970"/>
                    </a:lnTo>
                    <a:lnTo>
                      <a:pt x="190364" y="70336"/>
                    </a:lnTo>
                    <a:lnTo>
                      <a:pt x="159878" y="70336"/>
                    </a:lnTo>
                    <a:close/>
                    <a:moveTo>
                      <a:pt x="230093" y="0"/>
                    </a:moveTo>
                    <a:lnTo>
                      <a:pt x="260579" y="0"/>
                    </a:lnTo>
                    <a:lnTo>
                      <a:pt x="230333" y="30366"/>
                    </a:lnTo>
                    <a:lnTo>
                      <a:pt x="199847" y="30366"/>
                    </a:lnTo>
                    <a:close/>
                  </a:path>
                </a:pathLst>
              </a:custGeom>
              <a:noFill/>
              <a:ln>
                <a:solidFill>
                  <a:srgbClr val="00FFFF"/>
                </a:solidFill>
              </a:ln>
              <a:extLst>
                <a:ext uri="{909E8E84-426E-40DD-AFC4-6F175D3DCCD1}">
                  <a14:hiddenFill xmlns:a14="http://schemas.microsoft.com/office/drawing/2010/main">
                    <a:grp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6" name="任意多边形: 形状 135"/>
              <p:cNvSpPr/>
              <p:nvPr>
                <p:custDataLst>
                  <p:tags r:id="rId75"/>
                </p:custDataLst>
              </p:nvPr>
            </p:nvSpPr>
            <p:spPr>
              <a:xfrm flipV="1">
                <a:off x="5739043" y="1609869"/>
                <a:ext cx="260579" cy="230214"/>
              </a:xfrm>
              <a:custGeom>
                <a:avLst/>
                <a:gdLst>
                  <a:gd name="connsiteX0" fmla="*/ 30246 w 260579"/>
                  <a:gd name="connsiteY0" fmla="*/ 199848 h 230214"/>
                  <a:gd name="connsiteX1" fmla="*/ 60732 w 260579"/>
                  <a:gd name="connsiteY1" fmla="*/ 199848 h 230214"/>
                  <a:gd name="connsiteX2" fmla="*/ 30486 w 260579"/>
                  <a:gd name="connsiteY2" fmla="*/ 230214 h 230214"/>
                  <a:gd name="connsiteX3" fmla="*/ 0 w 260579"/>
                  <a:gd name="connsiteY3" fmla="*/ 230214 h 230214"/>
                  <a:gd name="connsiteX4" fmla="*/ 70215 w 260579"/>
                  <a:gd name="connsiteY4" fmla="*/ 159878 h 230214"/>
                  <a:gd name="connsiteX5" fmla="*/ 100701 w 260579"/>
                  <a:gd name="connsiteY5" fmla="*/ 159878 h 230214"/>
                  <a:gd name="connsiteX6" fmla="*/ 70455 w 260579"/>
                  <a:gd name="connsiteY6" fmla="*/ 190244 h 230214"/>
                  <a:gd name="connsiteX7" fmla="*/ 39969 w 260579"/>
                  <a:gd name="connsiteY7" fmla="*/ 190244 h 230214"/>
                  <a:gd name="connsiteX8" fmla="*/ 110185 w 260579"/>
                  <a:gd name="connsiteY8" fmla="*/ 119909 h 230214"/>
                  <a:gd name="connsiteX9" fmla="*/ 140671 w 260579"/>
                  <a:gd name="connsiteY9" fmla="*/ 119909 h 230214"/>
                  <a:gd name="connsiteX10" fmla="*/ 110425 w 260579"/>
                  <a:gd name="connsiteY10" fmla="*/ 150275 h 230214"/>
                  <a:gd name="connsiteX11" fmla="*/ 79939 w 260579"/>
                  <a:gd name="connsiteY11" fmla="*/ 150275 h 230214"/>
                  <a:gd name="connsiteX12" fmla="*/ 150154 w 260579"/>
                  <a:gd name="connsiteY12" fmla="*/ 79939 h 230214"/>
                  <a:gd name="connsiteX13" fmla="*/ 180640 w 260579"/>
                  <a:gd name="connsiteY13" fmla="*/ 79939 h 230214"/>
                  <a:gd name="connsiteX14" fmla="*/ 150394 w 260579"/>
                  <a:gd name="connsiteY14" fmla="*/ 110305 h 230214"/>
                  <a:gd name="connsiteX15" fmla="*/ 119908 w 260579"/>
                  <a:gd name="connsiteY15" fmla="*/ 110305 h 230214"/>
                  <a:gd name="connsiteX16" fmla="*/ 190124 w 260579"/>
                  <a:gd name="connsiteY16" fmla="*/ 39970 h 230214"/>
                  <a:gd name="connsiteX17" fmla="*/ 220610 w 260579"/>
                  <a:gd name="connsiteY17" fmla="*/ 39970 h 230214"/>
                  <a:gd name="connsiteX18" fmla="*/ 190364 w 260579"/>
                  <a:gd name="connsiteY18" fmla="*/ 70336 h 230214"/>
                  <a:gd name="connsiteX19" fmla="*/ 159878 w 260579"/>
                  <a:gd name="connsiteY19" fmla="*/ 70336 h 230214"/>
                  <a:gd name="connsiteX20" fmla="*/ 230093 w 260579"/>
                  <a:gd name="connsiteY20" fmla="*/ 0 h 230214"/>
                  <a:gd name="connsiteX21" fmla="*/ 260579 w 260579"/>
                  <a:gd name="connsiteY21" fmla="*/ 0 h 230214"/>
                  <a:gd name="connsiteX22" fmla="*/ 230333 w 260579"/>
                  <a:gd name="connsiteY22" fmla="*/ 30366 h 230214"/>
                  <a:gd name="connsiteX23" fmla="*/ 199847 w 260579"/>
                  <a:gd name="connsiteY23" fmla="*/ 30366 h 23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0579" h="230214">
                    <a:moveTo>
                      <a:pt x="30246" y="199848"/>
                    </a:moveTo>
                    <a:lnTo>
                      <a:pt x="60732" y="199848"/>
                    </a:lnTo>
                    <a:lnTo>
                      <a:pt x="30486" y="230214"/>
                    </a:lnTo>
                    <a:lnTo>
                      <a:pt x="0" y="230214"/>
                    </a:lnTo>
                    <a:close/>
                    <a:moveTo>
                      <a:pt x="70215" y="159878"/>
                    </a:moveTo>
                    <a:lnTo>
                      <a:pt x="100701" y="159878"/>
                    </a:lnTo>
                    <a:lnTo>
                      <a:pt x="70455" y="190244"/>
                    </a:lnTo>
                    <a:lnTo>
                      <a:pt x="39969" y="190244"/>
                    </a:lnTo>
                    <a:close/>
                    <a:moveTo>
                      <a:pt x="110185" y="119909"/>
                    </a:moveTo>
                    <a:lnTo>
                      <a:pt x="140671" y="119909"/>
                    </a:lnTo>
                    <a:lnTo>
                      <a:pt x="110425" y="150275"/>
                    </a:lnTo>
                    <a:lnTo>
                      <a:pt x="79939" y="150275"/>
                    </a:lnTo>
                    <a:close/>
                    <a:moveTo>
                      <a:pt x="150154" y="79939"/>
                    </a:moveTo>
                    <a:lnTo>
                      <a:pt x="180640" y="79939"/>
                    </a:lnTo>
                    <a:lnTo>
                      <a:pt x="150394" y="110305"/>
                    </a:lnTo>
                    <a:lnTo>
                      <a:pt x="119908" y="110305"/>
                    </a:lnTo>
                    <a:close/>
                    <a:moveTo>
                      <a:pt x="190124" y="39970"/>
                    </a:moveTo>
                    <a:lnTo>
                      <a:pt x="220610" y="39970"/>
                    </a:lnTo>
                    <a:lnTo>
                      <a:pt x="190364" y="70336"/>
                    </a:lnTo>
                    <a:lnTo>
                      <a:pt x="159878" y="70336"/>
                    </a:lnTo>
                    <a:close/>
                    <a:moveTo>
                      <a:pt x="230093" y="0"/>
                    </a:moveTo>
                    <a:lnTo>
                      <a:pt x="260579" y="0"/>
                    </a:lnTo>
                    <a:lnTo>
                      <a:pt x="230333" y="30366"/>
                    </a:lnTo>
                    <a:lnTo>
                      <a:pt x="199847" y="30366"/>
                    </a:lnTo>
                    <a:close/>
                  </a:path>
                </a:pathLst>
              </a:custGeom>
              <a:noFill/>
              <a:ln>
                <a:solidFill>
                  <a:srgbClr val="00FFFF"/>
                </a:solidFill>
              </a:ln>
              <a:extLst>
                <a:ext uri="{909E8E84-426E-40DD-AFC4-6F175D3DCCD1}">
                  <a14:hiddenFill xmlns:a14="http://schemas.microsoft.com/office/drawing/2010/main">
                    <a:solidFill>
                      <a:srgbClr val="00FFFF"/>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sp>
        <p:nvSpPr>
          <p:cNvPr id="114" name="title"/>
          <p:cNvSpPr/>
          <p:nvPr>
            <p:custDataLst>
              <p:tags r:id="rId76"/>
            </p:custDataLst>
          </p:nvPr>
        </p:nvSpPr>
        <p:spPr>
          <a:xfrm>
            <a:off x="3863975" y="761365"/>
            <a:ext cx="4464050" cy="489585"/>
          </a:xfrm>
          <a:prstGeom prst="octagon">
            <a:avLst/>
          </a:prstGeom>
          <a:gradFill>
            <a:gsLst>
              <a:gs pos="0">
                <a:schemeClr val="accent3">
                  <a:alpha val="0"/>
                </a:schemeClr>
              </a:gs>
              <a:gs pos="90000">
                <a:srgbClr val="00FFFF">
                  <a:alpha val="10000"/>
                </a:srgbClr>
              </a:gs>
            </a:gsLst>
            <a:path path="circle">
              <a:fillToRect l="50000" t="50000" r="50000" b="50000"/>
            </a:path>
          </a:gradFill>
          <a:ln w="6350">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1">
            <a:noAutofit/>
          </a:bodyPr>
          <a:lstStyle/>
          <a:p>
            <a:pPr algn="ctr"/>
            <a:r>
              <a:rPr lang="zh-CN" sz="2800" b="1" dirty="0" err="1">
                <a:gradFill>
                  <a:gsLst>
                    <a:gs pos="0">
                      <a:schemeClr val="accent5">
                        <a:lumMod val="20000"/>
                        <a:lumOff val="80000"/>
                      </a:schemeClr>
                    </a:gs>
                    <a:gs pos="100000">
                      <a:srgbClr val="00FFFF"/>
                    </a:gs>
                  </a:gsLst>
                  <a:lin ang="5400000" scaled="0"/>
                </a:gradFill>
                <a:latin typeface="思源宋体 CN Heavy" pitchFamily="18" charset="-122"/>
                <a:ea typeface="思源宋体 CN Heavy" pitchFamily="18" charset="-122"/>
                <a:cs typeface="思源宋体 CN Heavy" pitchFamily="18" charset="-122"/>
                <a:sym typeface="+mn-ea"/>
              </a:rPr>
              <a:t>打完完全</a:t>
            </a:r>
            <a:r>
              <a:rPr sz="2800" b="1" dirty="0" err="1">
                <a:gradFill>
                  <a:gsLst>
                    <a:gs pos="0">
                      <a:schemeClr val="accent5">
                        <a:lumMod val="20000"/>
                        <a:lumOff val="80000"/>
                      </a:schemeClr>
                    </a:gs>
                    <a:gs pos="100000">
                      <a:srgbClr val="00FFFF"/>
                    </a:gs>
                  </a:gsLst>
                  <a:lin ang="5400000" scaled="0"/>
                </a:gradFill>
                <a:latin typeface="思源宋体 CN Heavy" pitchFamily="18" charset="-122"/>
                <a:ea typeface="思源宋体 CN Heavy" pitchFamily="18" charset="-122"/>
                <a:cs typeface="思源宋体 CN Heavy" pitchFamily="18" charset="-122"/>
                <a:sym typeface="+mn-ea"/>
              </a:rPr>
              <a:t>绘画的利与弊</a:t>
            </a:r>
            <a:endParaRPr sz="2800" b="1" dirty="0">
              <a:gradFill>
                <a:gsLst>
                  <a:gs pos="0">
                    <a:schemeClr val="accent5">
                      <a:lumMod val="20000"/>
                      <a:lumOff val="80000"/>
                    </a:schemeClr>
                  </a:gs>
                  <a:gs pos="100000">
                    <a:srgbClr val="00FFFF"/>
                  </a:gs>
                </a:gsLst>
                <a:lin ang="5400000" scaled="0"/>
              </a:gradFill>
              <a:latin typeface="思源宋体 CN Heavy" pitchFamily="18" charset="-122"/>
              <a:ea typeface="思源宋体 CN Heavy" pitchFamily="18" charset="-122"/>
              <a:cs typeface="思源宋体 CN Heavy" pitchFamily="18" charset="-122"/>
              <a:sym typeface="+mn-ea"/>
            </a:endParaRPr>
          </a:p>
        </p:txBody>
      </p:sp>
      <p:sp>
        <p:nvSpPr>
          <p:cNvPr id="140" name="subTitle"/>
          <p:cNvSpPr txBox="1"/>
          <p:nvPr/>
        </p:nvSpPr>
        <p:spPr>
          <a:xfrm>
            <a:off x="5243830" y="2301240"/>
            <a:ext cx="2341245" cy="398780"/>
          </a:xfrm>
          <a:prstGeom prst="rect">
            <a:avLst/>
          </a:prstGeom>
          <a:noFill/>
        </p:spPr>
        <p:txBody>
          <a:bodyPr wrap="square" rtlCol="0">
            <a:spAutoFit/>
          </a:bodyPr>
          <a:lstStyle/>
          <a:p>
            <a:r>
              <a:rPr lang="zh-CN" altLang="en-US" sz="2000" dirty="0">
                <a:gradFill flip="none" rotWithShape="1">
                  <a:gsLst>
                    <a:gs pos="1000">
                      <a:schemeClr val="accent3"/>
                    </a:gs>
                    <a:gs pos="100000">
                      <a:srgbClr val="00FFFF"/>
                    </a:gs>
                  </a:gsLst>
                  <a:lin ang="5400000" scaled="0"/>
                </a:gradFill>
                <a:latin typeface="思源宋体 CN Heavy" pitchFamily="18" charset="-122"/>
                <a:ea typeface="思源宋体 CN Heavy" pitchFamily="18" charset="-122"/>
              </a:rPr>
              <a:t>优势说明</a:t>
            </a:r>
            <a:endParaRPr lang="zh-CN" altLang="en-US" sz="2000" dirty="0">
              <a:gradFill flip="none" rotWithShape="1">
                <a:gsLst>
                  <a:gs pos="1000">
                    <a:schemeClr val="accent3"/>
                  </a:gs>
                  <a:gs pos="100000">
                    <a:srgbClr val="00FFFF"/>
                  </a:gs>
                </a:gsLst>
                <a:lin ang="5400000" scaled="0"/>
              </a:gradFill>
              <a:latin typeface="思源宋体 CN Heavy" pitchFamily="18" charset="-122"/>
              <a:ea typeface="思源宋体 CN Heavy" pitchFamily="18" charset="-122"/>
            </a:endParaRPr>
          </a:p>
        </p:txBody>
      </p:sp>
      <p:sp>
        <p:nvSpPr>
          <p:cNvPr id="141" name="content"/>
          <p:cNvSpPr txBox="1"/>
          <p:nvPr/>
        </p:nvSpPr>
        <p:spPr>
          <a:xfrm>
            <a:off x="6212205" y="2966085"/>
            <a:ext cx="4737100" cy="1753235"/>
          </a:xfrm>
          <a:prstGeom prst="rect">
            <a:avLst/>
          </a:prstGeom>
          <a:noFill/>
        </p:spPr>
        <p:txBody>
          <a:bodyPr wrap="square" rtlCol="0">
            <a:spAutoFit/>
          </a:bodyPr>
          <a:lstStyle/>
          <a:p>
            <a:pPr indent="0">
              <a:lnSpc>
                <a:spcPct val="150000"/>
              </a:lnSpc>
              <a:buFont typeface="Wingdings" panose="05000000000000000000" charset="0"/>
              <a:buNone/>
            </a:pPr>
            <a:r>
              <a:rPr lang="zh-CN" altLang="en-US" dirty="0">
                <a:solidFill>
                  <a:schemeClr val="bg1"/>
                </a:solidFill>
                <a:latin typeface="微软雅黑" panose="020B0503020204020204" pitchFamily="34" charset="-122"/>
                <a:ea typeface="微软雅黑" panose="020B0503020204020204" pitchFamily="34" charset="-122"/>
                <a:cs typeface="思源宋体" panose="02020700000000000000" charset="-122"/>
                <a:sym typeface="+mn-lt"/>
              </a:rPr>
              <a:t>为很多行业领域创造便利呃呃味儿去呃呃亲</a:t>
            </a:r>
            <a:endParaRPr lang="zh-CN" altLang="en-US" dirty="0">
              <a:solidFill>
                <a:schemeClr val="bg1"/>
              </a:solidFill>
              <a:latin typeface="微软雅黑" panose="020B0503020204020204" pitchFamily="34" charset="-122"/>
              <a:ea typeface="微软雅黑" panose="020B0503020204020204" pitchFamily="34" charset="-122"/>
              <a:cs typeface="思源宋体" panose="02020700000000000000" charset="-122"/>
              <a:sym typeface="+mn-lt"/>
            </a:endParaRPr>
          </a:p>
          <a:p>
            <a:pPr indent="0">
              <a:lnSpc>
                <a:spcPct val="150000"/>
              </a:lnSpc>
              <a:buFont typeface="Wingdings" panose="05000000000000000000" charset="0"/>
              <a:buNone/>
            </a:pPr>
            <a:r>
              <a:rPr lang="zh-CN" altLang="en-US" dirty="0">
                <a:solidFill>
                  <a:schemeClr val="bg1"/>
                </a:solidFill>
                <a:latin typeface="微软雅黑" panose="020B0503020204020204" pitchFamily="34" charset="-122"/>
                <a:ea typeface="微软雅黑" panose="020B0503020204020204" pitchFamily="34" charset="-122"/>
                <a:cs typeface="思源宋体" panose="02020700000000000000" charset="-122"/>
                <a:sym typeface="+mn-lt"/>
              </a:rPr>
              <a:t>让普通人享受到“创作”的快乐单位吾问无为谓问问问问我喂喂喂我去额外企鹅请问亲戚呃呃其味无穷额</a:t>
            </a:r>
            <a:endParaRPr lang="zh-CN" altLang="en-US" dirty="0">
              <a:solidFill>
                <a:schemeClr val="bg1"/>
              </a:solidFill>
              <a:latin typeface="微软雅黑" panose="020B0503020204020204" pitchFamily="34" charset="-122"/>
              <a:ea typeface="微软雅黑" panose="020B0503020204020204" pitchFamily="34" charset="-122"/>
              <a:cs typeface="思源宋体" panose="02020700000000000000" charset="-122"/>
              <a:sym typeface="+mn-lt"/>
            </a:endParaRPr>
          </a:p>
        </p:txBody>
      </p:sp>
      <p:pic>
        <p:nvPicPr>
          <p:cNvPr id="146" name="image" descr="7"/>
          <p:cNvPicPr>
            <a:picLocks noChangeAspect="1"/>
          </p:cNvPicPr>
          <p:nvPr/>
        </p:nvPicPr>
        <p:blipFill>
          <a:blip r:embed="rId77" cstate="screen"/>
          <a:stretch>
            <a:fillRect/>
          </a:stretch>
        </p:blipFill>
        <p:spPr>
          <a:xfrm>
            <a:off x="1221740" y="1887220"/>
            <a:ext cx="3324860" cy="3162300"/>
          </a:xfrm>
          <a:prstGeom prst="rect">
            <a:avLst/>
          </a:prstGeom>
        </p:spPr>
      </p:pic>
    </p:spTree>
  </p:cSld>
  <p:clrMapOvr>
    <a:masterClrMapping/>
  </p:clrMapOvr>
  <p:transition spd="slow" advTm="5000">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46"/>
                                        </p:tgtEl>
                                        <p:attrNameLst>
                                          <p:attrName>style.visibility</p:attrName>
                                        </p:attrNameLst>
                                      </p:cBhvr>
                                      <p:to>
                                        <p:strVal val="visible"/>
                                      </p:to>
                                    </p:set>
                                    <p:animEffect transition="in" filter="dissolve">
                                      <p:cBhvr>
                                        <p:cTn id="7" dur="500"/>
                                        <p:tgtEl>
                                          <p:spTgt spid="146"/>
                                        </p:tgtEl>
                                      </p:cBhvr>
                                    </p:animEffect>
                                  </p:childTnLst>
                                </p:cTn>
                              </p:par>
                            </p:childTnLst>
                          </p:cTn>
                        </p:par>
                        <p:par>
                          <p:cTn id="8" fill="hold">
                            <p:stCondLst>
                              <p:cond delay="500"/>
                            </p:stCondLst>
                            <p:childTnLst>
                              <p:par>
                                <p:cTn id="9" presetID="39" presetClass="entr" presetSubtype="0" accel="100000" fill="hold" nodeType="afterEffect">
                                  <p:stCondLst>
                                    <p:cond delay="0"/>
                                  </p:stCondLst>
                                  <p:childTnLst>
                                    <p:set>
                                      <p:cBhvr>
                                        <p:cTn id="10" dur="1" fill="hold">
                                          <p:stCondLst>
                                            <p:cond delay="0"/>
                                          </p:stCondLst>
                                        </p:cTn>
                                        <p:tgtEl>
                                          <p:spTgt spid="62"/>
                                        </p:tgtEl>
                                        <p:attrNameLst>
                                          <p:attrName>style.visibility</p:attrName>
                                        </p:attrNameLst>
                                      </p:cBhvr>
                                      <p:to>
                                        <p:strVal val="visible"/>
                                      </p:to>
                                    </p:set>
                                    <p:anim calcmode="lin" valueType="num">
                                      <p:cBhvr>
                                        <p:cTn id="11" dur="500" fill="hold"/>
                                        <p:tgtEl>
                                          <p:spTgt spid="62"/>
                                        </p:tgtEl>
                                        <p:attrNameLst>
                                          <p:attrName>ppt_h</p:attrName>
                                        </p:attrNameLst>
                                      </p:cBhvr>
                                      <p:tavLst>
                                        <p:tav tm="0">
                                          <p:val>
                                            <p:strVal val="#ppt_h/20"/>
                                          </p:val>
                                        </p:tav>
                                        <p:tav tm="50000">
                                          <p:val>
                                            <p:strVal val="#ppt_h/20"/>
                                          </p:val>
                                        </p:tav>
                                        <p:tav tm="100000">
                                          <p:val>
                                            <p:strVal val="#ppt_h"/>
                                          </p:val>
                                        </p:tav>
                                      </p:tavLst>
                                    </p:anim>
                                    <p:anim calcmode="lin" valueType="num">
                                      <p:cBhvr>
                                        <p:cTn id="12" dur="500" fill="hold"/>
                                        <p:tgtEl>
                                          <p:spTgt spid="62"/>
                                        </p:tgtEl>
                                        <p:attrNameLst>
                                          <p:attrName>ppt_w</p:attrName>
                                        </p:attrNameLst>
                                      </p:cBhvr>
                                      <p:tavLst>
                                        <p:tav tm="0">
                                          <p:val>
                                            <p:strVal val="#ppt_w+.3"/>
                                          </p:val>
                                        </p:tav>
                                        <p:tav tm="50000">
                                          <p:val>
                                            <p:strVal val="#ppt_w+.3"/>
                                          </p:val>
                                        </p:tav>
                                        <p:tav tm="100000">
                                          <p:val>
                                            <p:strVal val="#ppt_w"/>
                                          </p:val>
                                        </p:tav>
                                      </p:tavLst>
                                    </p:anim>
                                    <p:anim calcmode="lin" valueType="num">
                                      <p:cBhvr>
                                        <p:cTn id="13" dur="500" fill="hold"/>
                                        <p:tgtEl>
                                          <p:spTgt spid="62"/>
                                        </p:tgtEl>
                                        <p:attrNameLst>
                                          <p:attrName>ppt_x</p:attrName>
                                        </p:attrNameLst>
                                      </p:cBhvr>
                                      <p:tavLst>
                                        <p:tav tm="0">
                                          <p:val>
                                            <p:strVal val="#ppt_x-.3"/>
                                          </p:val>
                                        </p:tav>
                                        <p:tav tm="50000">
                                          <p:val>
                                            <p:strVal val="#ppt_x"/>
                                          </p:val>
                                        </p:tav>
                                        <p:tav tm="100000">
                                          <p:val>
                                            <p:strVal val="#ppt_x"/>
                                          </p:val>
                                        </p:tav>
                                      </p:tavLst>
                                    </p:anim>
                                    <p:anim calcmode="lin" valueType="num">
                                      <p:cBhvr>
                                        <p:cTn id="14" dur="500" fill="hold"/>
                                        <p:tgtEl>
                                          <p:spTgt spid="62"/>
                                        </p:tgtEl>
                                        <p:attrNameLst>
                                          <p:attrName>ppt_y</p:attrName>
                                        </p:attrNameLst>
                                      </p:cBhvr>
                                      <p:tavLst>
                                        <p:tav tm="0">
                                          <p:val>
                                            <p:strVal val="#ppt_y"/>
                                          </p:val>
                                        </p:tav>
                                        <p:tav tm="100000">
                                          <p:val>
                                            <p:strVal val="#ppt_y"/>
                                          </p:val>
                                        </p:tav>
                                      </p:tavLst>
                                    </p:anim>
                                  </p:childTnLst>
                                </p:cTn>
                              </p:par>
                            </p:childTnLst>
                          </p:cTn>
                        </p:par>
                        <p:par>
                          <p:cTn id="15" fill="hold">
                            <p:stCondLst>
                              <p:cond delay="1000"/>
                            </p:stCondLst>
                            <p:childTnLst>
                              <p:par>
                                <p:cTn id="16" presetID="27" presetClass="entr" presetSubtype="0" fill="hold" grpId="0" nodeType="afterEffect">
                                  <p:stCondLst>
                                    <p:cond delay="0"/>
                                  </p:stCondLst>
                                  <p:iterate type="lt">
                                    <p:tmPct val="50000"/>
                                  </p:iterate>
                                  <p:childTnLst>
                                    <p:set>
                                      <p:cBhvr>
                                        <p:cTn id="17" dur="1" fill="hold">
                                          <p:stCondLst>
                                            <p:cond delay="0"/>
                                          </p:stCondLst>
                                        </p:cTn>
                                        <p:tgtEl>
                                          <p:spTgt spid="141"/>
                                        </p:tgtEl>
                                        <p:attrNameLst>
                                          <p:attrName>style.visibility</p:attrName>
                                        </p:attrNameLst>
                                      </p:cBhvr>
                                      <p:to>
                                        <p:strVal val="visible"/>
                                      </p:to>
                                    </p:set>
                                    <p:anim calcmode="discrete" valueType="clr">
                                      <p:cBhvr override="childStyle">
                                        <p:cTn id="18" dur="80"/>
                                        <p:tgtEl>
                                          <p:spTgt spid="141"/>
                                        </p:tgtEl>
                                        <p:attrNameLst>
                                          <p:attrName>style.color</p:attrName>
                                        </p:attrNameLst>
                                      </p:cBhvr>
                                      <p:tavLst>
                                        <p:tav tm="0">
                                          <p:val>
                                            <p:clrVal>
                                              <a:schemeClr val="accent2"/>
                                            </p:clrVal>
                                          </p:val>
                                        </p:tav>
                                        <p:tav tm="50000">
                                          <p:val>
                                            <p:clrVal>
                                              <a:schemeClr val="hlink"/>
                                            </p:clrVal>
                                          </p:val>
                                        </p:tav>
                                      </p:tavLst>
                                    </p:anim>
                                    <p:anim calcmode="discrete" valueType="clr">
                                      <p:cBhvr>
                                        <p:cTn id="19" dur="80"/>
                                        <p:tgtEl>
                                          <p:spTgt spid="141"/>
                                        </p:tgtEl>
                                        <p:attrNameLst>
                                          <p:attrName>fillcolor</p:attrName>
                                        </p:attrNameLst>
                                      </p:cBhvr>
                                      <p:tavLst>
                                        <p:tav tm="0">
                                          <p:val>
                                            <p:clrVal>
                                              <a:schemeClr val="accent2"/>
                                            </p:clrVal>
                                          </p:val>
                                        </p:tav>
                                        <p:tav tm="50000">
                                          <p:val>
                                            <p:clrVal>
                                              <a:schemeClr val="hlink"/>
                                            </p:clrVal>
                                          </p:val>
                                        </p:tav>
                                      </p:tavLst>
                                    </p:anim>
                                    <p:set>
                                      <p:cBhvr>
                                        <p:cTn id="20" dur="80"/>
                                        <p:tgtEl>
                                          <p:spTgt spid="141"/>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13" name="PA-任意多边形 64"/>
          <p:cNvSpPr/>
          <p:nvPr userDrawn="1">
            <p:custDataLst>
              <p:tags r:id="rId2"/>
            </p:custDataLst>
          </p:nvPr>
        </p:nvSpPr>
        <p:spPr>
          <a:xfrm rot="12960000">
            <a:off x="14109516" y="9692243"/>
            <a:ext cx="217973" cy="192573"/>
          </a:xfrm>
          <a:custGeom>
            <a:avLst/>
            <a:gdLst>
              <a:gd name="connsiteX0" fmla="*/ 199847 w 260579"/>
              <a:gd name="connsiteY0" fmla="*/ 199848 h 230214"/>
              <a:gd name="connsiteX1" fmla="*/ 230333 w 260579"/>
              <a:gd name="connsiteY1" fmla="*/ 199848 h 230214"/>
              <a:gd name="connsiteX2" fmla="*/ 260579 w 260579"/>
              <a:gd name="connsiteY2" fmla="*/ 230214 h 230214"/>
              <a:gd name="connsiteX3" fmla="*/ 230093 w 260579"/>
              <a:gd name="connsiteY3" fmla="*/ 230214 h 230214"/>
              <a:gd name="connsiteX4" fmla="*/ 30246 w 260579"/>
              <a:gd name="connsiteY4" fmla="*/ 199848 h 230214"/>
              <a:gd name="connsiteX5" fmla="*/ 60732 w 260579"/>
              <a:gd name="connsiteY5" fmla="*/ 199848 h 230214"/>
              <a:gd name="connsiteX6" fmla="*/ 30486 w 260579"/>
              <a:gd name="connsiteY6" fmla="*/ 230214 h 230214"/>
              <a:gd name="connsiteX7" fmla="*/ 0 w 260579"/>
              <a:gd name="connsiteY7" fmla="*/ 230214 h 230214"/>
              <a:gd name="connsiteX8" fmla="*/ 159878 w 260579"/>
              <a:gd name="connsiteY8" fmla="*/ 159878 h 230214"/>
              <a:gd name="connsiteX9" fmla="*/ 190364 w 260579"/>
              <a:gd name="connsiteY9" fmla="*/ 159878 h 230214"/>
              <a:gd name="connsiteX10" fmla="*/ 220610 w 260579"/>
              <a:gd name="connsiteY10" fmla="*/ 190244 h 230214"/>
              <a:gd name="connsiteX11" fmla="*/ 190124 w 260579"/>
              <a:gd name="connsiteY11" fmla="*/ 190244 h 230214"/>
              <a:gd name="connsiteX12" fmla="*/ 70215 w 260579"/>
              <a:gd name="connsiteY12" fmla="*/ 159878 h 230214"/>
              <a:gd name="connsiteX13" fmla="*/ 100701 w 260579"/>
              <a:gd name="connsiteY13" fmla="*/ 159878 h 230214"/>
              <a:gd name="connsiteX14" fmla="*/ 70455 w 260579"/>
              <a:gd name="connsiteY14" fmla="*/ 190244 h 230214"/>
              <a:gd name="connsiteX15" fmla="*/ 39969 w 260579"/>
              <a:gd name="connsiteY15" fmla="*/ 190244 h 230214"/>
              <a:gd name="connsiteX16" fmla="*/ 110185 w 260579"/>
              <a:gd name="connsiteY16" fmla="*/ 119909 h 230214"/>
              <a:gd name="connsiteX17" fmla="*/ 119908 w 260579"/>
              <a:gd name="connsiteY17" fmla="*/ 119909 h 230214"/>
              <a:gd name="connsiteX18" fmla="*/ 140671 w 260579"/>
              <a:gd name="connsiteY18" fmla="*/ 119909 h 230214"/>
              <a:gd name="connsiteX19" fmla="*/ 150394 w 260579"/>
              <a:gd name="connsiteY19" fmla="*/ 119909 h 230214"/>
              <a:gd name="connsiteX20" fmla="*/ 180640 w 260579"/>
              <a:gd name="connsiteY20" fmla="*/ 150275 h 230214"/>
              <a:gd name="connsiteX21" fmla="*/ 150154 w 260579"/>
              <a:gd name="connsiteY21" fmla="*/ 150275 h 230214"/>
              <a:gd name="connsiteX22" fmla="*/ 130290 w 260579"/>
              <a:gd name="connsiteY22" fmla="*/ 130332 h 230214"/>
              <a:gd name="connsiteX23" fmla="*/ 110425 w 260579"/>
              <a:gd name="connsiteY23" fmla="*/ 150275 h 230214"/>
              <a:gd name="connsiteX24" fmla="*/ 79939 w 260579"/>
              <a:gd name="connsiteY24" fmla="*/ 150275 h 230214"/>
              <a:gd name="connsiteX25" fmla="*/ 79939 w 260579"/>
              <a:gd name="connsiteY25" fmla="*/ 79939 h 230214"/>
              <a:gd name="connsiteX26" fmla="*/ 110425 w 260579"/>
              <a:gd name="connsiteY26" fmla="*/ 79939 h 230214"/>
              <a:gd name="connsiteX27" fmla="*/ 130290 w 260579"/>
              <a:gd name="connsiteY27" fmla="*/ 99882 h 230214"/>
              <a:gd name="connsiteX28" fmla="*/ 150154 w 260579"/>
              <a:gd name="connsiteY28" fmla="*/ 79939 h 230214"/>
              <a:gd name="connsiteX29" fmla="*/ 180640 w 260579"/>
              <a:gd name="connsiteY29" fmla="*/ 79939 h 230214"/>
              <a:gd name="connsiteX30" fmla="*/ 150394 w 260579"/>
              <a:gd name="connsiteY30" fmla="*/ 110305 h 230214"/>
              <a:gd name="connsiteX31" fmla="*/ 140671 w 260579"/>
              <a:gd name="connsiteY31" fmla="*/ 110305 h 230214"/>
              <a:gd name="connsiteX32" fmla="*/ 119908 w 260579"/>
              <a:gd name="connsiteY32" fmla="*/ 110305 h 230214"/>
              <a:gd name="connsiteX33" fmla="*/ 110185 w 260579"/>
              <a:gd name="connsiteY33" fmla="*/ 110305 h 230214"/>
              <a:gd name="connsiteX34" fmla="*/ 190124 w 260579"/>
              <a:gd name="connsiteY34" fmla="*/ 39970 h 230214"/>
              <a:gd name="connsiteX35" fmla="*/ 220610 w 260579"/>
              <a:gd name="connsiteY35" fmla="*/ 39970 h 230214"/>
              <a:gd name="connsiteX36" fmla="*/ 190364 w 260579"/>
              <a:gd name="connsiteY36" fmla="*/ 70336 h 230214"/>
              <a:gd name="connsiteX37" fmla="*/ 159878 w 260579"/>
              <a:gd name="connsiteY37" fmla="*/ 70336 h 230214"/>
              <a:gd name="connsiteX38" fmla="*/ 39969 w 260579"/>
              <a:gd name="connsiteY38" fmla="*/ 39970 h 230214"/>
              <a:gd name="connsiteX39" fmla="*/ 70455 w 260579"/>
              <a:gd name="connsiteY39" fmla="*/ 39970 h 230214"/>
              <a:gd name="connsiteX40" fmla="*/ 100701 w 260579"/>
              <a:gd name="connsiteY40" fmla="*/ 70336 h 230214"/>
              <a:gd name="connsiteX41" fmla="*/ 70215 w 260579"/>
              <a:gd name="connsiteY41" fmla="*/ 70336 h 230214"/>
              <a:gd name="connsiteX42" fmla="*/ 230093 w 260579"/>
              <a:gd name="connsiteY42" fmla="*/ 0 h 230214"/>
              <a:gd name="connsiteX43" fmla="*/ 260579 w 260579"/>
              <a:gd name="connsiteY43" fmla="*/ 0 h 230214"/>
              <a:gd name="connsiteX44" fmla="*/ 230333 w 260579"/>
              <a:gd name="connsiteY44" fmla="*/ 30366 h 230214"/>
              <a:gd name="connsiteX45" fmla="*/ 199847 w 260579"/>
              <a:gd name="connsiteY45" fmla="*/ 30366 h 230214"/>
              <a:gd name="connsiteX46" fmla="*/ 0 w 260579"/>
              <a:gd name="connsiteY46" fmla="*/ 0 h 230214"/>
              <a:gd name="connsiteX47" fmla="*/ 30486 w 260579"/>
              <a:gd name="connsiteY47" fmla="*/ 0 h 230214"/>
              <a:gd name="connsiteX48" fmla="*/ 60732 w 260579"/>
              <a:gd name="connsiteY48" fmla="*/ 30366 h 230214"/>
              <a:gd name="connsiteX49" fmla="*/ 30246 w 260579"/>
              <a:gd name="connsiteY49" fmla="*/ 30366 h 23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260579" h="230214">
                <a:moveTo>
                  <a:pt x="199847" y="199848"/>
                </a:moveTo>
                <a:lnTo>
                  <a:pt x="230333" y="199848"/>
                </a:lnTo>
                <a:lnTo>
                  <a:pt x="260579" y="230214"/>
                </a:lnTo>
                <a:lnTo>
                  <a:pt x="230093" y="230214"/>
                </a:lnTo>
                <a:close/>
                <a:moveTo>
                  <a:pt x="30246" y="199848"/>
                </a:moveTo>
                <a:lnTo>
                  <a:pt x="60732" y="199848"/>
                </a:lnTo>
                <a:lnTo>
                  <a:pt x="30486" y="230214"/>
                </a:lnTo>
                <a:lnTo>
                  <a:pt x="0" y="230214"/>
                </a:lnTo>
                <a:close/>
                <a:moveTo>
                  <a:pt x="159878" y="159878"/>
                </a:moveTo>
                <a:lnTo>
                  <a:pt x="190364" y="159878"/>
                </a:lnTo>
                <a:lnTo>
                  <a:pt x="220610" y="190244"/>
                </a:lnTo>
                <a:lnTo>
                  <a:pt x="190124" y="190244"/>
                </a:lnTo>
                <a:close/>
                <a:moveTo>
                  <a:pt x="70215" y="159878"/>
                </a:moveTo>
                <a:lnTo>
                  <a:pt x="100701" y="159878"/>
                </a:lnTo>
                <a:lnTo>
                  <a:pt x="70455" y="190244"/>
                </a:lnTo>
                <a:lnTo>
                  <a:pt x="39969" y="190244"/>
                </a:lnTo>
                <a:close/>
                <a:moveTo>
                  <a:pt x="110185" y="119909"/>
                </a:moveTo>
                <a:lnTo>
                  <a:pt x="119908" y="119909"/>
                </a:lnTo>
                <a:lnTo>
                  <a:pt x="140671" y="119909"/>
                </a:lnTo>
                <a:lnTo>
                  <a:pt x="150394" y="119909"/>
                </a:lnTo>
                <a:lnTo>
                  <a:pt x="180640" y="150275"/>
                </a:lnTo>
                <a:lnTo>
                  <a:pt x="150154" y="150275"/>
                </a:lnTo>
                <a:lnTo>
                  <a:pt x="130290" y="130332"/>
                </a:lnTo>
                <a:lnTo>
                  <a:pt x="110425" y="150275"/>
                </a:lnTo>
                <a:lnTo>
                  <a:pt x="79939" y="150275"/>
                </a:lnTo>
                <a:close/>
                <a:moveTo>
                  <a:pt x="79939" y="79939"/>
                </a:moveTo>
                <a:lnTo>
                  <a:pt x="110425" y="79939"/>
                </a:lnTo>
                <a:lnTo>
                  <a:pt x="130290" y="99882"/>
                </a:lnTo>
                <a:lnTo>
                  <a:pt x="150154" y="79939"/>
                </a:lnTo>
                <a:lnTo>
                  <a:pt x="180640" y="79939"/>
                </a:lnTo>
                <a:lnTo>
                  <a:pt x="150394" y="110305"/>
                </a:lnTo>
                <a:lnTo>
                  <a:pt x="140671" y="110305"/>
                </a:lnTo>
                <a:lnTo>
                  <a:pt x="119908" y="110305"/>
                </a:lnTo>
                <a:lnTo>
                  <a:pt x="110185" y="110305"/>
                </a:lnTo>
                <a:close/>
                <a:moveTo>
                  <a:pt x="190124" y="39970"/>
                </a:moveTo>
                <a:lnTo>
                  <a:pt x="220610" y="39970"/>
                </a:lnTo>
                <a:lnTo>
                  <a:pt x="190364" y="70336"/>
                </a:lnTo>
                <a:lnTo>
                  <a:pt x="159878" y="70336"/>
                </a:lnTo>
                <a:close/>
                <a:moveTo>
                  <a:pt x="39969" y="39970"/>
                </a:moveTo>
                <a:lnTo>
                  <a:pt x="70455" y="39970"/>
                </a:lnTo>
                <a:lnTo>
                  <a:pt x="100701" y="70336"/>
                </a:lnTo>
                <a:lnTo>
                  <a:pt x="70215" y="70336"/>
                </a:lnTo>
                <a:close/>
                <a:moveTo>
                  <a:pt x="230093" y="0"/>
                </a:moveTo>
                <a:lnTo>
                  <a:pt x="260579" y="0"/>
                </a:lnTo>
                <a:lnTo>
                  <a:pt x="230333" y="30366"/>
                </a:lnTo>
                <a:lnTo>
                  <a:pt x="199847" y="30366"/>
                </a:lnTo>
                <a:close/>
                <a:moveTo>
                  <a:pt x="0" y="0"/>
                </a:moveTo>
                <a:lnTo>
                  <a:pt x="30486" y="0"/>
                </a:lnTo>
                <a:lnTo>
                  <a:pt x="60732" y="30366"/>
                </a:lnTo>
                <a:lnTo>
                  <a:pt x="30246" y="30366"/>
                </a:lnTo>
                <a:close/>
              </a:path>
            </a:pathLst>
          </a:custGeom>
          <a:solidFill>
            <a:schemeClr val="accent2">
              <a:alpha val="21445"/>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title"/>
          <p:cNvSpPr txBox="1"/>
          <p:nvPr/>
        </p:nvSpPr>
        <p:spPr>
          <a:xfrm>
            <a:off x="1068070" y="1567815"/>
            <a:ext cx="9584690" cy="1630045"/>
          </a:xfrm>
          <a:prstGeom prst="rect">
            <a:avLst/>
          </a:prstGeom>
          <a:noFill/>
        </p:spPr>
        <p:txBody>
          <a:bodyPr wrap="square" rtlCol="0">
            <a:spAutoFit/>
          </a:bodyPr>
          <a:lstStyle/>
          <a:p>
            <a:pPr algn="ctr">
              <a:lnSpc>
                <a:spcPct val="100000"/>
              </a:lnSpc>
            </a:pPr>
            <a:r>
              <a:rPr lang="zh-CN" altLang="en-US" sz="10000" spc="800" dirty="0">
                <a:gradFill flip="none" rotWithShape="1">
                  <a:gsLst>
                    <a:gs pos="0">
                      <a:schemeClr val="accent5">
                        <a:lumMod val="20000"/>
                        <a:lumOff val="80000"/>
                      </a:schemeClr>
                    </a:gs>
                    <a:gs pos="100000">
                      <a:srgbClr val="00FFFF"/>
                    </a:gs>
                  </a:gsLst>
                  <a:lin ang="5400000" scaled="0"/>
                </a:gradFill>
                <a:effectLst>
                  <a:reflection blurRad="101600" stA="25000" endPos="36000" dist="12700" dir="5400000" sy="-100000" algn="bl" rotWithShape="0"/>
                </a:effectLst>
                <a:latin typeface="思源宋体 CN Heavy" pitchFamily="18" charset="-122"/>
                <a:ea typeface="思源宋体 CN Heavy" pitchFamily="18" charset="-122"/>
                <a:cs typeface="思源宋体 CN Heavy" pitchFamily="18" charset="-122"/>
                <a:sym typeface="+mn-ea"/>
              </a:rPr>
              <a:t>感谢观看咯的</a:t>
            </a:r>
            <a:endParaRPr lang="zh-CN" altLang="en-US" sz="10000" spc="800" dirty="0">
              <a:gradFill flip="none" rotWithShape="1">
                <a:gsLst>
                  <a:gs pos="0">
                    <a:schemeClr val="accent5">
                      <a:lumMod val="20000"/>
                      <a:lumOff val="80000"/>
                    </a:schemeClr>
                  </a:gs>
                  <a:gs pos="100000">
                    <a:srgbClr val="00FFFF"/>
                  </a:gs>
                </a:gsLst>
                <a:lin ang="5400000" scaled="0"/>
              </a:gradFill>
              <a:effectLst>
                <a:reflection blurRad="101600" stA="25000" endPos="36000" dist="12700" dir="5400000" sy="-100000" algn="bl" rotWithShape="0"/>
              </a:effectLst>
              <a:latin typeface="思源宋体 CN Heavy" pitchFamily="18" charset="-122"/>
              <a:ea typeface="思源宋体 CN Heavy" pitchFamily="18" charset="-122"/>
              <a:cs typeface="思源宋体 CN Heavy" pitchFamily="18" charset="-122"/>
              <a:sym typeface="+mn-ea"/>
            </a:endParaRPr>
          </a:p>
        </p:txBody>
      </p:sp>
    </p:spTree>
  </p:cSld>
  <p:clrMapOvr>
    <a:masterClrMapping/>
  </p:clrMapOvr>
  <p:transition spd="slow" advTm="5000">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afterEffect">
                                  <p:stCondLst>
                                    <p:cond delay="0"/>
                                  </p:stCondLst>
                                  <p:childTnLst>
                                    <p:set>
                                      <p:cBhvr>
                                        <p:cTn id="6" dur="1000" fill="hold">
                                          <p:stCondLst>
                                            <p:cond delay="0"/>
                                          </p:stCondLst>
                                        </p:cTn>
                                        <p:tgtEl>
                                          <p:spTgt spid="10"/>
                                        </p:tgtEl>
                                        <p:attrNameLst>
                                          <p:attrName>style.visibility</p:attrName>
                                        </p:attrNameLst>
                                      </p:cBhvr>
                                      <p:to>
                                        <p:strVal val="visible"/>
                                      </p:to>
                                    </p:set>
                                    <p:animEffect transition="in" filter="wedge">
                                      <p:cBhvr>
                                        <p:cTn id="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tags/tag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 name="PA" val="v5.2.10"/>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 name="KSO_WM_DIAGRAM_VIRTUALLY_FRAME" val="{&quot;height&quot;:228,&quot;left&quot;:467.1,&quot;top&quot;:156,&quot;width&quot;:397.6}"/>
</p:tagLst>
</file>

<file path=ppt/tags/tag64.xml><?xml version="1.0" encoding="utf-8"?>
<p:tagLst xmlns:p="http://schemas.openxmlformats.org/presentationml/2006/main">
  <p:tag name="KSO_WM_BEAUTIFY_FLAG" val=""/>
  <p:tag name="KSO_WM_DIAGRAM_VIRTUALLY_FRAME" val="{&quot;height&quot;:228,&quot;left&quot;:467.1,&quot;top&quot;:156,&quot;width&quot;:397.6}"/>
</p:tagLst>
</file>

<file path=ppt/tags/tag65.xml><?xml version="1.0" encoding="utf-8"?>
<p:tagLst xmlns:p="http://schemas.openxmlformats.org/presentationml/2006/main">
  <p:tag name="KSO_WM_BEAUTIFY_FLAG" val=""/>
  <p:tag name="KSO_WM_DIAGRAM_VIRTUALLY_FRAME" val="{&quot;height&quot;:228,&quot;left&quot;:467.1,&quot;top&quot;:156,&quot;width&quot;:397.6}"/>
</p:tagLst>
</file>

<file path=ppt/tags/tag66.xml><?xml version="1.0" encoding="utf-8"?>
<p:tagLst xmlns:p="http://schemas.openxmlformats.org/presentationml/2006/main">
  <p:tag name="KSO_WM_BEAUTIFY_FLAG" val=""/>
  <p:tag name="KSO_WM_DIAGRAM_VIRTUALLY_FRAME" val="{&quot;height&quot;:228,&quot;left&quot;:467.1,&quot;top&quot;:156,&quot;width&quot;:397.6}"/>
</p:tagLst>
</file>

<file path=ppt/tags/tag67.xml><?xml version="1.0" encoding="utf-8"?>
<p:tagLst xmlns:p="http://schemas.openxmlformats.org/presentationml/2006/main">
  <p:tag name="KSO_WM_BEAUTIFY_FLAG" val=""/>
  <p:tag name="KSO_WM_DIAGRAM_VIRTUALLY_FRAME" val="{&quot;height&quot;:228,&quot;left&quot;:467.1,&quot;top&quot;:156,&quot;width&quot;:397.6}"/>
</p:tagLst>
</file>

<file path=ppt/tags/tag68.xml><?xml version="1.0" encoding="utf-8"?>
<p:tagLst xmlns:p="http://schemas.openxmlformats.org/presentationml/2006/main">
  <p:tag name="KSO_WM_BEAUTIFY_FLAG" val=""/>
  <p:tag name="KSO_WM_DIAGRAM_VIRTUALLY_FRAME" val="{&quot;height&quot;:228,&quot;left&quot;:467.1,&quot;top&quot;:156,&quot;width&quot;:397.6}"/>
</p:tagLst>
</file>

<file path=ppt/tags/tag69.xml><?xml version="1.0" encoding="utf-8"?>
<p:tagLst xmlns:p="http://schemas.openxmlformats.org/presentationml/2006/main">
  <p:tag name="KSO_WM_BEAUTIFY_FLAG" val=""/>
  <p:tag name="KSO_WM_DIAGRAM_VIRTUALLY_FRAME" val="{&quot;height&quot;:228,&quot;left&quot;:467.1,&quot;top&quot;:156,&quot;width&quot;:397.6}"/>
</p:tagLst>
</file>

<file path=ppt/tags/tag70.xml><?xml version="1.0" encoding="utf-8"?>
<p:tagLst xmlns:p="http://schemas.openxmlformats.org/presentationml/2006/main">
  <p:tag name="KSO_WM_BEAUTIFY_FLAG" val=""/>
  <p:tag name="KSO_WM_DIAGRAM_VIRTUALLY_FRAME" val="{&quot;height&quot;:228,&quot;left&quot;:467.1,&quot;top&quot;:156,&quot;width&quot;:397.6}"/>
</p:tagLst>
</file>

<file path=ppt/tags/tag71.xml><?xml version="1.0" encoding="utf-8"?>
<p:tagLst xmlns:p="http://schemas.openxmlformats.org/presentationml/2006/main">
  <p:tag name="KSO_WM_BEAUTIFY_FLAG" val=""/>
  <p:tag name="KSO_WM_DIAGRAM_VIRTUALLY_FRAME" val="{&quot;height&quot;:228,&quot;left&quot;:467.1,&quot;top&quot;:156,&quot;width&quot;:397.6}"/>
</p:tagLst>
</file>

<file path=ppt/tags/tag72.xml><?xml version="1.0" encoding="utf-8"?>
<p:tagLst xmlns:p="http://schemas.openxmlformats.org/presentationml/2006/main">
  <p:tag name="KSO_WM_BEAUTIFY_FLAG" val=""/>
  <p:tag name="KSO_WM_DIAGRAM_VIRTUALLY_FRAME" val="{&quot;height&quot;:228,&quot;left&quot;:467.1,&quot;top&quot;:156,&quot;width&quot;:397.6}"/>
</p:tagLst>
</file>

<file path=ppt/tags/tag73.xml><?xml version="1.0" encoding="utf-8"?>
<p:tagLst xmlns:p="http://schemas.openxmlformats.org/presentationml/2006/main">
  <p:tag name="KSO_WM_BEAUTIFY_FLAG" val=""/>
  <p:tag name="KSO_WM_DIAGRAM_VIRTUALLY_FRAME" val="{&quot;height&quot;:228,&quot;left&quot;:467.1,&quot;top&quot;:156,&quot;width&quot;:397.6}"/>
</p:tagLst>
</file>

<file path=ppt/tags/tag74.xml><?xml version="1.0" encoding="utf-8"?>
<p:tagLst xmlns:p="http://schemas.openxmlformats.org/presentationml/2006/main">
  <p:tag name="KSO_WM_BEAUTIFY_FLAG" val=""/>
  <p:tag name="KSO_WM_DIAGRAM_VIRTUALLY_FRAME" val="{&quot;height&quot;:228,&quot;left&quot;:467.1,&quot;top&quot;:156,&quot;width&quot;:397.6}"/>
</p:tagLst>
</file>

<file path=ppt/tags/tag75.xml><?xml version="1.0" encoding="utf-8"?>
<p:tagLst xmlns:p="http://schemas.openxmlformats.org/presentationml/2006/main">
  <p:tag name="KSO_WM_BEAUTIFY_FLAG" val=""/>
  <p:tag name="KSO_WM_DIAGRAM_VIRTUALLY_FRAME" val="{&quot;height&quot;:228,&quot;left&quot;:467.1,&quot;top&quot;:156,&quot;width&quot;:397.6}"/>
</p:tagLst>
</file>

<file path=ppt/tags/tag76.xml><?xml version="1.0" encoding="utf-8"?>
<p:tagLst xmlns:p="http://schemas.openxmlformats.org/presentationml/2006/main">
  <p:tag name="KSO_WM_BEAUTIFY_FLAG" val=""/>
  <p:tag name="KSO_WM_DIAGRAM_VIRTUALLY_FRAME" val="{&quot;height&quot;:228,&quot;left&quot;:467.1,&quot;top&quot;:156,&quot;width&quot;:397.6}"/>
</p:tagLst>
</file>

<file path=ppt/tags/tag77.xml><?xml version="1.0" encoding="utf-8"?>
<p:tagLst xmlns:p="http://schemas.openxmlformats.org/presentationml/2006/main">
  <p:tag name="KSO_WM_BEAUTIFY_FLAG" val=""/>
  <p:tag name="KSO_WM_DIAGRAM_VIRTUALLY_FRAME" val="{&quot;height&quot;:228,&quot;left&quot;:467.1,&quot;top&quot;:156,&quot;width&quot;:397.6}"/>
</p:tagLst>
</file>

<file path=ppt/tags/tag78.xml><?xml version="1.0" encoding="utf-8"?>
<p:tagLst xmlns:p="http://schemas.openxmlformats.org/presentationml/2006/main">
  <p:tag name="KSO_WM_BEAUTIFY_FLAG" val=""/>
  <p:tag name="KSO_WM_DIAGRAM_VIRTUALLY_FRAME" val="{&quot;height&quot;:228,&quot;left&quot;:467.1,&quot;top&quot;:156,&quot;width&quot;:397.6}"/>
</p:tagLst>
</file>

<file path=ppt/tags/tag79.xml><?xml version="1.0" encoding="utf-8"?>
<p:tagLst xmlns:p="http://schemas.openxmlformats.org/presentationml/2006/main">
  <p:tag name="KSO_WM_BEAUTIFY_FLAG" val=""/>
  <p:tag name="KSO_WM_DIAGRAM_VIRTUALLY_FRAME" val="{&quot;height&quot;:228,&quot;left&quot;:467.1,&quot;top&quot;:156,&quot;width&quot;:397.6}"/>
</p:tagLst>
</file>

<file path=ppt/tags/tag80.xml><?xml version="1.0" encoding="utf-8"?>
<p:tagLst xmlns:p="http://schemas.openxmlformats.org/presentationml/2006/main">
  <p:tag name="KSO_WM_BEAUTIFY_FLAG" val=""/>
  <p:tag name="KSO_WM_DIAGRAM_VIRTUALLY_FRAME" val="{&quot;height&quot;:228,&quot;left&quot;:467.1,&quot;top&quot;:156,&quot;width&quot;:397.6}"/>
</p:tagLst>
</file>

<file path=ppt/tags/tag81.xml><?xml version="1.0" encoding="utf-8"?>
<p:tagLst xmlns:p="http://schemas.openxmlformats.org/presentationml/2006/main">
  <p:tag name="KSO_WM_BEAUTIFY_FLAG" val=""/>
  <p:tag name="KSO_WM_DIAGRAM_VIRTUALLY_FRAME" val="{&quot;height&quot;:228,&quot;left&quot;:467.1,&quot;top&quot;:156,&quot;width&quot;:397.6}"/>
</p:tagLst>
</file>

<file path=ppt/tags/tag82.xml><?xml version="1.0" encoding="utf-8"?>
<p:tagLst xmlns:p="http://schemas.openxmlformats.org/presentationml/2006/main">
  <p:tag name="KSO_WM_BEAUTIFY_FLAG" val=""/>
  <p:tag name="KSO_WM_DIAGRAM_VIRTUALLY_FRAME" val="{&quot;height&quot;:228,&quot;left&quot;:467.1,&quot;top&quot;:156,&quot;width&quot;:397.6}"/>
</p:tagLst>
</file>

<file path=ppt/tags/tag83.xml><?xml version="1.0" encoding="utf-8"?>
<p:tagLst xmlns:p="http://schemas.openxmlformats.org/presentationml/2006/main">
  <p:tag name="KSO_WM_DIAGRAM_VIRTUALLY_FRAME" val="{&quot;height&quot;:228,&quot;left&quot;:467.1,&quot;top&quot;:156,&quot;width&quot;:397.6}"/>
</p:tagLst>
</file>

<file path=ppt/tags/tag84.xml><?xml version="1.0" encoding="utf-8"?>
<p:tagLst xmlns:p="http://schemas.openxmlformats.org/presentationml/2006/main">
  <p:tag name="KSO_WM_DIAGRAM_VIRTUALLY_FRAME" val="{&quot;height&quot;:228,&quot;left&quot;:467.1,&quot;top&quot;:156,&quot;width&quot;:397.6}"/>
</p:tagLst>
</file>

<file path=ppt/tags/tag85.xml><?xml version="1.0" encoding="utf-8"?>
<p:tagLst xmlns:p="http://schemas.openxmlformats.org/presentationml/2006/main">
  <p:tag name="KSO_WM_BEAUTIFY_FLAG" val=""/>
  <p:tag name="KSO_WM_DIAGRAM_VIRTUALLY_FRAME" val="{&quot;height&quot;:228,&quot;left&quot;:467.1,&quot;top&quot;:156,&quot;width&quot;:397.6}"/>
</p:tagLst>
</file>

<file path=ppt/tags/tag86.xml><?xml version="1.0" encoding="utf-8"?>
<p:tagLst xmlns:p="http://schemas.openxmlformats.org/presentationml/2006/main">
  <p:tag name="KSO_WM_BEAUTIFY_FLAG" val=""/>
  <p:tag name="KSO_WM_DIAGRAM_VIRTUALLY_FRAME" val="{&quot;height&quot;:228,&quot;left&quot;:467.1,&quot;top&quot;:156,&quot;width&quot;:397.6}"/>
</p:tagLst>
</file>

<file path=ppt/tags/tag87.xml><?xml version="1.0" encoding="utf-8"?>
<p:tagLst xmlns:p="http://schemas.openxmlformats.org/presentationml/2006/main">
  <p:tag name="KSO_WM_BEAUTIFY_FLAG" val=""/>
  <p:tag name="KSO_WM_DIAGRAM_VIRTUALLY_FRAME" val="{&quot;height&quot;:228,&quot;left&quot;:467.1,&quot;top&quot;:156,&quot;width&quot;:397.6}"/>
</p:tagLst>
</file>

<file path=ppt/tags/tag88.xml><?xml version="1.0" encoding="utf-8"?>
<p:tagLst xmlns:p="http://schemas.openxmlformats.org/presentationml/2006/main">
  <p:tag name="KSO_WM_BEAUTIFY_FLAG" val=""/>
  <p:tag name="KSO_WM_DIAGRAM_VIRTUALLY_FRAME" val="{&quot;height&quot;:228,&quot;left&quot;:467.1,&quot;top&quot;:156,&quot;width&quot;:397.6}"/>
</p:tagLst>
</file>

<file path=ppt/tags/tag89.xml><?xml version="1.0" encoding="utf-8"?>
<p:tagLst xmlns:p="http://schemas.openxmlformats.org/presentationml/2006/main">
  <p:tag name="KSO_WM_BEAUTIFY_FLAG" val=""/>
  <p:tag name="KSO_WM_DIAGRAM_VIRTUALLY_FRAME" val="{&quot;height&quot;:228,&quot;left&quot;:467.1,&quot;top&quot;:156,&quot;width&quot;:397.6}"/>
</p:tagLst>
</file>

<file path=ppt/tags/tag90.xml><?xml version="1.0" encoding="utf-8"?>
<p:tagLst xmlns:p="http://schemas.openxmlformats.org/presentationml/2006/main">
  <p:tag name="KSO_WM_BEAUTIFY_FLAG" val=""/>
  <p:tag name="KSO_WM_DIAGRAM_VIRTUALLY_FRAME" val="{&quot;height&quot;:228,&quot;left&quot;:467.1,&quot;top&quot;:156,&quot;width&quot;:397.6}"/>
</p:tagLst>
</file>

<file path=ppt/tags/tag91.xml><?xml version="1.0" encoding="utf-8"?>
<p:tagLst xmlns:p="http://schemas.openxmlformats.org/presentationml/2006/main">
  <p:tag name="KSO_WM_BEAUTIFY_FLAG" val=""/>
  <p:tag name="KSO_WM_DIAGRAM_VIRTUALLY_FRAME" val="{&quot;height&quot;:228,&quot;left&quot;:467.1,&quot;top&quot;:156,&quot;width&quot;:397.6}"/>
</p:tagLst>
</file>

<file path=ppt/tags/tag92.xml><?xml version="1.0" encoding="utf-8"?>
<p:tagLst xmlns:p="http://schemas.openxmlformats.org/presentationml/2006/main">
  <p:tag name="KSO_WM_BEAUTIFY_FLAG" val=""/>
  <p:tag name="KSO_WM_DIAGRAM_VIRTUALLY_FRAME" val="{&quot;height&quot;:228,&quot;left&quot;:467.1,&quot;top&quot;:156,&quot;width&quot;:397.6}"/>
</p:tagLst>
</file>

<file path=ppt/tags/tag93.xml><?xml version="1.0" encoding="utf-8"?>
<p:tagLst xmlns:p="http://schemas.openxmlformats.org/presentationml/2006/main">
  <p:tag name="KSO_WM_BEAUTIFY_FLAG" val=""/>
  <p:tag name="KSO_WM_DIAGRAM_VIRTUALLY_FRAME" val="{&quot;height&quot;:228,&quot;left&quot;:467.1,&quot;top&quot;:156,&quot;width&quot;:397.6}"/>
</p:tagLst>
</file>

<file path=ppt/tags/tag94.xml><?xml version="1.0" encoding="utf-8"?>
<p:tagLst xmlns:p="http://schemas.openxmlformats.org/presentationml/2006/main">
  <p:tag name="KSO_WM_BEAUTIFY_FLAG" val=""/>
  <p:tag name="KSO_WM_DIAGRAM_VIRTUALLY_FRAME" val="{&quot;height&quot;:228,&quot;left&quot;:467.1,&quot;top&quot;:156,&quot;width&quot;:397.6}"/>
</p:tagLst>
</file>

<file path=ppt/tags/tag95.xml><?xml version="1.0" encoding="utf-8"?>
<p:tagLst xmlns:p="http://schemas.openxmlformats.org/presentationml/2006/main">
  <p:tag name="KSO_WM_BEAUTIFY_FLAG" val=""/>
  <p:tag name="KSO_WM_DIAGRAM_VIRTUALLY_FRAME" val="{&quot;height&quot;:228,&quot;left&quot;:467.1,&quot;top&quot;:156,&quot;width&quot;:397.6}"/>
</p:tagLst>
</file>

<file path=ppt/tags/tag96.xml><?xml version="1.0" encoding="utf-8"?>
<p:tagLst xmlns:p="http://schemas.openxmlformats.org/presentationml/2006/main">
  <p:tag name="KSO_WM_BEAUTIFY_FLAG" val=""/>
  <p:tag name="KSO_WM_DIAGRAM_VIRTUALLY_FRAME" val="{&quot;height&quot;:228,&quot;left&quot;:467.1,&quot;top&quot;:156,&quot;width&quot;:397.6}"/>
</p:tagLst>
</file>

<file path=ppt/tags/tag97.xml><?xml version="1.0" encoding="utf-8"?>
<p:tagLst xmlns:p="http://schemas.openxmlformats.org/presentationml/2006/main">
  <p:tag name="KSO_WM_BEAUTIFY_FLAG" val=""/>
  <p:tag name="KSO_WM_DIAGRAM_VIRTUALLY_FRAME" val="{&quot;height&quot;:228,&quot;left&quot;:467.1,&quot;top&quot;:156,&quot;width&quot;:397.6}"/>
</p:tagLst>
</file>

<file path=ppt/tags/tag98.xml><?xml version="1.0" encoding="utf-8"?>
<p:tagLst xmlns:p="http://schemas.openxmlformats.org/presentationml/2006/main">
  <p:tag name="KSO_WM_BEAUTIFY_FLAG" val=""/>
  <p:tag name="KSO_WM_DIAGRAM_VIRTUALLY_FRAME" val="{&quot;height&quot;:228,&quot;left&quot;:467.1,&quot;top&quot;:156,&quot;width&quot;:397.6}"/>
</p:tagLst>
</file>

<file path=ppt/tags/tag99.xml><?xml version="1.0" encoding="utf-8"?>
<p:tagLst xmlns:p="http://schemas.openxmlformats.org/presentationml/2006/main">
  <p:tag name="KSO_WM_BEAUTIFY_FLAG" val=""/>
  <p:tag name="KSO_WM_DIAGRAM_VIRTUALLY_FRAME" val="{&quot;height&quot;:228,&quot;left&quot;:467.1,&quot;top&quot;:156,&quot;width&quot;:397.6}"/>
</p:tagLst>
</file>

<file path=ppt/tags/tag100.xml><?xml version="1.0" encoding="utf-8"?>
<p:tagLst xmlns:p="http://schemas.openxmlformats.org/presentationml/2006/main">
  <p:tag name="KSO_WM_BEAUTIFY_FLAG" val=""/>
  <p:tag name="KSO_WM_DIAGRAM_VIRTUALLY_FRAME" val="{&quot;height&quot;:228,&quot;left&quot;:467.1,&quot;top&quot;:156,&quot;width&quot;:397.6}"/>
</p:tagLst>
</file>

<file path=ppt/tags/tag101.xml><?xml version="1.0" encoding="utf-8"?>
<p:tagLst xmlns:p="http://schemas.openxmlformats.org/presentationml/2006/main">
  <p:tag name="KSO_WM_BEAUTIFY_FLAG" val=""/>
  <p:tag name="KSO_WM_DIAGRAM_VIRTUALLY_FRAME" val="{&quot;height&quot;:228,&quot;left&quot;:467.1,&quot;top&quot;:156,&quot;width&quot;:397.6}"/>
</p:tagLst>
</file>

<file path=ppt/tags/tag102.xml><?xml version="1.0" encoding="utf-8"?>
<p:tagLst xmlns:p="http://schemas.openxmlformats.org/presentationml/2006/main">
  <p:tag name="KSO_WM_BEAUTIFY_FLAG" val=""/>
  <p:tag name="KSO_WM_DIAGRAM_VIRTUALLY_FRAME" val="{&quot;height&quot;:228,&quot;left&quot;:467.1,&quot;top&quot;:156,&quot;width&quot;:397.6}"/>
</p:tagLst>
</file>

<file path=ppt/tags/tag103.xml><?xml version="1.0" encoding="utf-8"?>
<p:tagLst xmlns:p="http://schemas.openxmlformats.org/presentationml/2006/main">
  <p:tag name="KSO_WM_BEAUTIFY_FLAG" val=""/>
  <p:tag name="KSO_WM_DIAGRAM_VIRTUALLY_FRAME" val="{&quot;height&quot;:228,&quot;left&quot;:467.1,&quot;top&quot;:156,&quot;width&quot;:397.6}"/>
</p:tagLst>
</file>

<file path=ppt/tags/tag104.xml><?xml version="1.0" encoding="utf-8"?>
<p:tagLst xmlns:p="http://schemas.openxmlformats.org/presentationml/2006/main">
  <p:tag name="KSO_WM_BEAUTIFY_FLAG" val=""/>
  <p:tag name="KSO_WM_DIAGRAM_VIRTUALLY_FRAME" val="{&quot;height&quot;:228,&quot;left&quot;:467.1,&quot;top&quot;:156,&quot;width&quot;:397.6}"/>
</p:tagLst>
</file>

<file path=ppt/tags/tag105.xml><?xml version="1.0" encoding="utf-8"?>
<p:tagLst xmlns:p="http://schemas.openxmlformats.org/presentationml/2006/main">
  <p:tag name="KSO_WM_DIAGRAM_VIRTUALLY_FRAME" val="{&quot;height&quot;:228,&quot;left&quot;:467.1,&quot;top&quot;:156,&quot;width&quot;:397.6}"/>
</p:tagLst>
</file>

<file path=ppt/tags/tag106.xml><?xml version="1.0" encoding="utf-8"?>
<p:tagLst xmlns:p="http://schemas.openxmlformats.org/presentationml/2006/main">
  <p:tag name="KSO_WM_DIAGRAM_VIRTUALLY_FRAME" val="{&quot;height&quot;:228,&quot;left&quot;:467.1,&quot;top&quot;:156,&quot;width&quot;:397.6}"/>
</p:tagLst>
</file>

<file path=ppt/tags/tag107.xml><?xml version="1.0" encoding="utf-8"?>
<p:tagLst xmlns:p="http://schemas.openxmlformats.org/presentationml/2006/main">
  <p:tag name="KSO_WM_BEAUTIFY_FLAG" val=""/>
  <p:tag name="KSO_WM_DIAGRAM_VIRTUALLY_FRAME" val="{&quot;height&quot;:228,&quot;left&quot;:467.1,&quot;top&quot;:156,&quot;width&quot;:397.6}"/>
</p:tagLst>
</file>

<file path=ppt/tags/tag108.xml><?xml version="1.0" encoding="utf-8"?>
<p:tagLst xmlns:p="http://schemas.openxmlformats.org/presentationml/2006/main">
  <p:tag name="KSO_WM_BEAUTIFY_FLAG" val=""/>
  <p:tag name="KSO_WM_DIAGRAM_VIRTUALLY_FRAME" val="{&quot;height&quot;:228,&quot;left&quot;:467.1,&quot;top&quot;:156,&quot;width&quot;:397.6}"/>
</p:tagLst>
</file>

<file path=ppt/tags/tag109.xml><?xml version="1.0" encoding="utf-8"?>
<p:tagLst xmlns:p="http://schemas.openxmlformats.org/presentationml/2006/main">
  <p:tag name="KSO_WM_BEAUTIFY_FLAG" val=""/>
  <p:tag name="KSO_WM_DIAGRAM_VIRTUALLY_FRAME" val="{&quot;height&quot;:228,&quot;left&quot;:467.1,&quot;top&quot;:156,&quot;width&quot;:397.6}"/>
</p:tagLst>
</file>

<file path=ppt/tags/tag110.xml><?xml version="1.0" encoding="utf-8"?>
<p:tagLst xmlns:p="http://schemas.openxmlformats.org/presentationml/2006/main">
  <p:tag name="KSO_WM_BEAUTIFY_FLAG" val=""/>
  <p:tag name="KSO_WM_DIAGRAM_VIRTUALLY_FRAME" val="{&quot;height&quot;:228,&quot;left&quot;:467.1,&quot;top&quot;:156,&quot;width&quot;:397.6}"/>
</p:tagLst>
</file>

<file path=ppt/tags/tag111.xml><?xml version="1.0" encoding="utf-8"?>
<p:tagLst xmlns:p="http://schemas.openxmlformats.org/presentationml/2006/main">
  <p:tag name="KSO_WM_BEAUTIFY_FLAG" val=""/>
  <p:tag name="KSO_WM_DIAGRAM_VIRTUALLY_FRAME" val="{&quot;height&quot;:228,&quot;left&quot;:467.1,&quot;top&quot;:156,&quot;width&quot;:397.6}"/>
</p:tagLst>
</file>

<file path=ppt/tags/tag112.xml><?xml version="1.0" encoding="utf-8"?>
<p:tagLst xmlns:p="http://schemas.openxmlformats.org/presentationml/2006/main">
  <p:tag name="KSO_WM_BEAUTIFY_FLAG" val=""/>
  <p:tag name="KSO_WM_DIAGRAM_VIRTUALLY_FRAME" val="{&quot;height&quot;:228,&quot;left&quot;:467.1,&quot;top&quot;:156,&quot;width&quot;:397.6}"/>
</p:tagLst>
</file>

<file path=ppt/tags/tag113.xml><?xml version="1.0" encoding="utf-8"?>
<p:tagLst xmlns:p="http://schemas.openxmlformats.org/presentationml/2006/main">
  <p:tag name="KSO_WM_BEAUTIFY_FLAG" val=""/>
  <p:tag name="KSO_WM_DIAGRAM_VIRTUALLY_FRAME" val="{&quot;height&quot;:228,&quot;left&quot;:467.1,&quot;top&quot;:156,&quot;width&quot;:397.6}"/>
</p:tagLst>
</file>

<file path=ppt/tags/tag114.xml><?xml version="1.0" encoding="utf-8"?>
<p:tagLst xmlns:p="http://schemas.openxmlformats.org/presentationml/2006/main">
  <p:tag name="KSO_WM_BEAUTIFY_FLAG" val=""/>
  <p:tag name="KSO_WM_DIAGRAM_VIRTUALLY_FRAME" val="{&quot;height&quot;:228,&quot;left&quot;:467.1,&quot;top&quot;:156,&quot;width&quot;:397.6}"/>
</p:tagLst>
</file>

<file path=ppt/tags/tag115.xml><?xml version="1.0" encoding="utf-8"?>
<p:tagLst xmlns:p="http://schemas.openxmlformats.org/presentationml/2006/main">
  <p:tag name="KSO_WM_BEAUTIFY_FLAG" val=""/>
  <p:tag name="KSO_WM_DIAGRAM_VIRTUALLY_FRAME" val="{&quot;height&quot;:228,&quot;left&quot;:467.1,&quot;top&quot;:156,&quot;width&quot;:397.6}"/>
</p:tagLst>
</file>

<file path=ppt/tags/tag116.xml><?xml version="1.0" encoding="utf-8"?>
<p:tagLst xmlns:p="http://schemas.openxmlformats.org/presentationml/2006/main">
  <p:tag name="KSO_WM_BEAUTIFY_FLAG" val=""/>
  <p:tag name="KSO_WM_DIAGRAM_VIRTUALLY_FRAME" val="{&quot;height&quot;:228,&quot;left&quot;:467.1,&quot;top&quot;:156,&quot;width&quot;:397.6}"/>
</p:tagLst>
</file>

<file path=ppt/tags/tag117.xml><?xml version="1.0" encoding="utf-8"?>
<p:tagLst xmlns:p="http://schemas.openxmlformats.org/presentationml/2006/main">
  <p:tag name="KSO_WM_BEAUTIFY_FLAG" val=""/>
  <p:tag name="KSO_WM_DIAGRAM_VIRTUALLY_FRAME" val="{&quot;height&quot;:228,&quot;left&quot;:467.1,&quot;top&quot;:156,&quot;width&quot;:397.6}"/>
</p:tagLst>
</file>

<file path=ppt/tags/tag118.xml><?xml version="1.0" encoding="utf-8"?>
<p:tagLst xmlns:p="http://schemas.openxmlformats.org/presentationml/2006/main">
  <p:tag name="KSO_WM_BEAUTIFY_FLAG" val=""/>
  <p:tag name="KSO_WM_DIAGRAM_VIRTUALLY_FRAME" val="{&quot;height&quot;:228,&quot;left&quot;:467.1,&quot;top&quot;:156,&quot;width&quot;:397.6}"/>
</p:tagLst>
</file>

<file path=ppt/tags/tag119.xml><?xml version="1.0" encoding="utf-8"?>
<p:tagLst xmlns:p="http://schemas.openxmlformats.org/presentationml/2006/main">
  <p:tag name="KSO_WM_BEAUTIFY_FLAG" val=""/>
  <p:tag name="KSO_WM_DIAGRAM_VIRTUALLY_FRAME" val="{&quot;height&quot;:228,&quot;left&quot;:467.1,&quot;top&quot;:156,&quot;width&quot;:397.6}"/>
</p:tagLst>
</file>

<file path=ppt/tags/tag120.xml><?xml version="1.0" encoding="utf-8"?>
<p:tagLst xmlns:p="http://schemas.openxmlformats.org/presentationml/2006/main">
  <p:tag name="KSO_WM_BEAUTIFY_FLAG" val=""/>
  <p:tag name="KSO_WM_DIAGRAM_VIRTUALLY_FRAME" val="{&quot;height&quot;:228,&quot;left&quot;:467.1,&quot;top&quot;:156,&quot;width&quot;:397.6}"/>
</p:tagLst>
</file>

<file path=ppt/tags/tag121.xml><?xml version="1.0" encoding="utf-8"?>
<p:tagLst xmlns:p="http://schemas.openxmlformats.org/presentationml/2006/main">
  <p:tag name="KSO_WM_BEAUTIFY_FLAG" val=""/>
  <p:tag name="KSO_WM_DIAGRAM_VIRTUALLY_FRAME" val="{&quot;height&quot;:228,&quot;left&quot;:467.1,&quot;top&quot;:156,&quot;width&quot;:397.6}"/>
</p:tagLst>
</file>

<file path=ppt/tags/tag122.xml><?xml version="1.0" encoding="utf-8"?>
<p:tagLst xmlns:p="http://schemas.openxmlformats.org/presentationml/2006/main">
  <p:tag name="KSO_WM_BEAUTIFY_FLAG" val=""/>
  <p:tag name="KSO_WM_DIAGRAM_VIRTUALLY_FRAME" val="{&quot;height&quot;:228,&quot;left&quot;:467.1,&quot;top&quot;:156,&quot;width&quot;:397.6}"/>
</p:tagLst>
</file>

<file path=ppt/tags/tag123.xml><?xml version="1.0" encoding="utf-8"?>
<p:tagLst xmlns:p="http://schemas.openxmlformats.org/presentationml/2006/main">
  <p:tag name="KSO_WM_BEAUTIFY_FLAG" val=""/>
  <p:tag name="KSO_WM_DIAGRAM_VIRTUALLY_FRAME" val="{&quot;height&quot;:228,&quot;left&quot;:467.1,&quot;top&quot;:156,&quot;width&quot;:397.6}"/>
</p:tagLst>
</file>

<file path=ppt/tags/tag124.xml><?xml version="1.0" encoding="utf-8"?>
<p:tagLst xmlns:p="http://schemas.openxmlformats.org/presentationml/2006/main">
  <p:tag name="KSO_WM_BEAUTIFY_FLAG" val=""/>
  <p:tag name="KSO_WM_DIAGRAM_VIRTUALLY_FRAME" val="{&quot;height&quot;:228,&quot;left&quot;:467.1,&quot;top&quot;:156,&quot;width&quot;:397.6}"/>
</p:tagLst>
</file>

<file path=ppt/tags/tag125.xml><?xml version="1.0" encoding="utf-8"?>
<p:tagLst xmlns:p="http://schemas.openxmlformats.org/presentationml/2006/main">
  <p:tag name="KSO_WM_BEAUTIFY_FLAG" val=""/>
  <p:tag name="KSO_WM_DIAGRAM_VIRTUALLY_FRAME" val="{&quot;height&quot;:228,&quot;left&quot;:467.1,&quot;top&quot;:156,&quot;width&quot;:397.6}"/>
</p:tagLst>
</file>

<file path=ppt/tags/tag126.xml><?xml version="1.0" encoding="utf-8"?>
<p:tagLst xmlns:p="http://schemas.openxmlformats.org/presentationml/2006/main">
  <p:tag name="KSO_WM_BEAUTIFY_FLAG" val=""/>
  <p:tag name="KSO_WM_DIAGRAM_VIRTUALLY_FRAME" val="{&quot;height&quot;:228,&quot;left&quot;:467.1,&quot;top&quot;:156,&quot;width&quot;:397.6}"/>
</p:tagLst>
</file>

<file path=ppt/tags/tag127.xml><?xml version="1.0" encoding="utf-8"?>
<p:tagLst xmlns:p="http://schemas.openxmlformats.org/presentationml/2006/main">
  <p:tag name="KSO_WM_DIAGRAM_VIRTUALLY_FRAME" val="{&quot;height&quot;:228,&quot;left&quot;:467.1,&quot;top&quot;:156,&quot;width&quot;:397.6}"/>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 name="PA" val="v5.2.10"/>
</p:tagLst>
</file>

<file path=ppt/tags/tag266.xml><?xml version="1.0" encoding="utf-8"?>
<p:tagLst xmlns:p="http://schemas.openxmlformats.org/presentationml/2006/main">
  <p:tag name="AS_NET" val="4.0.30319.42000"/>
  <p:tag name="AS_OS" val="Microsoft Windows NT 6.1.7601 Service Pack 1"/>
  <p:tag name="AS_RELEASE_DATE" val="2022.11.14"/>
  <p:tag name="AS_TITLE" val="Aspose.Slides for .NET 4.0 Client Profile"/>
  <p:tag name="AS_VERSION" val="22.11"/>
  <p:tag name="COMMONDATA" val="eyJjb3VudCI6MTMsImhkaWQiOiI2YzIyYjc2OGI5ZmQxNGUyNTZjYmVlOTE0MWQ2MWYzYSIsInVzZXJDb3VudCI6OX0="/>
  <p:tag name="KSO_WPP_MARK_KEY" val="2664280e-89a5-41d6-9070-3b90dd787f33"/>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3">
      <a:majorFont>
        <a:latin typeface="思源宋体 CN Heavy"/>
        <a:ea typeface="思源宋体 CN Heavy"/>
        <a:cs typeface="Arial"/>
      </a:majorFont>
      <a:minorFont>
        <a:latin typeface="思源宋体 CN Medium"/>
        <a:ea typeface="思源宋体 CN Medium"/>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宋体"/>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宋体"/>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宋体 CN Medium"/>
        <a:ea typeface="思源宋体 CN Medium"/>
        <a:cs typeface="Arial"/>
        <a:font script="Jpan" typeface="游ゴシック"/>
        <a:font script="Hang" typeface="맑은 고딕"/>
        <a:font script="Hans" typeface="思源宋体 CN Medium"/>
        <a:font script="Hant" typeface="新細明體"/>
        <a:font script="Arab" typeface="思源宋体 CN Medium"/>
        <a:font script="Hebr" typeface="思源宋体 CN Medium"/>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宋体 CN Medium"/>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思源宋体 CN Medium"/>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宋体 CN Medium"/>
        <a:ea typeface="思源宋体 CN Medium"/>
        <a:cs typeface="Arial"/>
        <a:font script="Jpan" typeface="ＭＳ Ｐゴシック"/>
        <a:font script="Hang" typeface="맑은 고딕"/>
        <a:font script="Hans" typeface="思源宋体 CN Medium"/>
        <a:font script="Hant" typeface="新細明體"/>
        <a:font script="Arab" typeface="思源宋体 CN Medium"/>
        <a:font script="Hebr" typeface="思源宋体 CN Medium"/>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宋体 CN Medium"/>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Template>
  <TotalTime>0</TotalTime>
  <Words>352</Words>
  <Application>WPS 演示</Application>
  <PresentationFormat>自定义</PresentationFormat>
  <Paragraphs>36</Paragraphs>
  <Slides>5</Slides>
  <Notes>11</Notes>
  <HiddenSlides>0</HiddenSlides>
  <MMClips>0</MMClips>
  <ScaleCrop>false</ScaleCrop>
  <HeadingPairs>
    <vt:vector size="6" baseType="variant">
      <vt:variant>
        <vt:lpstr>已用的字体</vt:lpstr>
      </vt:variant>
      <vt:variant>
        <vt:i4>20</vt:i4>
      </vt:variant>
      <vt:variant>
        <vt:lpstr>主题</vt:lpstr>
      </vt:variant>
      <vt:variant>
        <vt:i4>2</vt:i4>
      </vt:variant>
      <vt:variant>
        <vt:lpstr>幻灯片标题</vt:lpstr>
      </vt:variant>
      <vt:variant>
        <vt:i4>5</vt:i4>
      </vt:variant>
    </vt:vector>
  </HeadingPairs>
  <TitlesOfParts>
    <vt:vector size="27" baseType="lpstr">
      <vt:lpstr>Arial</vt:lpstr>
      <vt:lpstr>宋体</vt:lpstr>
      <vt:lpstr>Wingdings</vt:lpstr>
      <vt:lpstr>思源宋体 CN Heavy</vt:lpstr>
      <vt:lpstr>微软雅黑</vt:lpstr>
      <vt:lpstr>思源宋体 CN Medium</vt:lpstr>
      <vt:lpstr>思源宋体</vt:lpstr>
      <vt:lpstr>HanWangHeiHeavy</vt:lpstr>
      <vt:lpstr>OPPOSans R</vt:lpstr>
      <vt:lpstr>Digital Numbers</vt:lpstr>
      <vt:lpstr>Wingdings</vt:lpstr>
      <vt:lpstr>Arial Unicode MS</vt:lpstr>
      <vt:lpstr>HanWangHeiHeavy</vt:lpstr>
      <vt:lpstr>OPPOSans R</vt:lpstr>
      <vt:lpstr>思源宋体</vt:lpstr>
      <vt:lpstr>思源宋体 CN Heavy</vt:lpstr>
      <vt:lpstr>思源宋体 CN Medium</vt:lpstr>
      <vt:lpstr>方正颜宋体</vt:lpstr>
      <vt:lpstr>兰米宋体</vt:lpstr>
      <vt:lpstr>方正VDL哥特明朝R</vt:lpstr>
      <vt:lpstr>第一PPT，www.1ppt.com</vt:lpstr>
      <vt:lpstr>第一PPT，www.1ppt.com </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Manager>第一PPT</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发布会</dc:title>
  <dc:creator>第一PPT</dc:creator>
  <cp:keywords>www.1ppt.com</cp:keywords>
  <dc:description>www.1ppt.com</dc:description>
  <cp:lastModifiedBy>王大锤</cp:lastModifiedBy>
  <cp:revision>145</cp:revision>
  <dcterms:created xsi:type="dcterms:W3CDTF">2023-03-11T08:14:00Z</dcterms:created>
  <dcterms:modified xsi:type="dcterms:W3CDTF">2026-02-24T03:55:39Z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4D0B815292EC41CCB7145471D393DE77_13</vt:lpwstr>
  </property>
  <property fmtid="{D5CDD505-2E9C-101B-9397-08002B2CF9AE}" pid="3" name="KSOProductBuildVer">
    <vt:lpwstr>2052-12.1.0.25225</vt:lpwstr>
  </property>
  <property fmtid="{D5CDD505-2E9C-101B-9397-08002B2CF9AE}" pid="4" name="KSOTemplateUUID">
    <vt:lpwstr>v1.0_mb_w9YI3Et7sUpbFbSw8x/kLA==</vt:lpwstr>
  </property>
</Properties>
</file>